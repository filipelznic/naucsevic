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3"/>
  </p:notesMasterIdLst>
  <p:sldIdLst>
    <p:sldId id="256" r:id="rId2"/>
    <p:sldId id="259" r:id="rId3"/>
    <p:sldId id="257" r:id="rId4"/>
    <p:sldId id="258" r:id="rId5"/>
    <p:sldId id="260" r:id="rId6"/>
    <p:sldId id="268" r:id="rId7"/>
    <p:sldId id="263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60" autoAdjust="0"/>
    <p:restoredTop sz="94660"/>
  </p:normalViewPr>
  <p:slideViewPr>
    <p:cSldViewPr snapToGrid="0">
      <p:cViewPr>
        <p:scale>
          <a:sx n="66" d="100"/>
          <a:sy n="66" d="100"/>
        </p:scale>
        <p:origin x="1956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7.svg"/><Relationship Id="rId5" Type="http://schemas.openxmlformats.org/officeDocument/2006/relationships/image" Target="../media/image7.pn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7.svg"/><Relationship Id="rId5" Type="http://schemas.openxmlformats.org/officeDocument/2006/relationships/image" Target="../media/image7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EFECAF-C498-411C-BF28-E171A865C9E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C1D918B-1144-4EE4-BD76-380B2DB44A7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cs-CZ" dirty="0"/>
            <a:t>Seznámení s projektem</a:t>
          </a:r>
          <a:endParaRPr lang="en-US" dirty="0"/>
        </a:p>
      </dgm:t>
    </dgm:pt>
    <dgm:pt modelId="{66042BBB-C2EB-43A7-9422-1DAD95B93272}" type="parTrans" cxnId="{A8F66203-3134-4C38-BB81-88BFB6FBB22F}">
      <dgm:prSet/>
      <dgm:spPr/>
      <dgm:t>
        <a:bodyPr/>
        <a:lstStyle/>
        <a:p>
          <a:endParaRPr lang="en-US"/>
        </a:p>
      </dgm:t>
    </dgm:pt>
    <dgm:pt modelId="{96888A52-46D4-4126-A974-658A23103D7F}" type="sibTrans" cxnId="{A8F66203-3134-4C38-BB81-88BFB6FBB22F}">
      <dgm:prSet/>
      <dgm:spPr/>
      <dgm:t>
        <a:bodyPr/>
        <a:lstStyle/>
        <a:p>
          <a:endParaRPr lang="en-US"/>
        </a:p>
      </dgm:t>
    </dgm:pt>
    <dgm:pt modelId="{E8F3D72C-0759-455C-97F4-FE964587B02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cs-CZ" dirty="0"/>
            <a:t>Inspirace</a:t>
          </a:r>
          <a:endParaRPr lang="en-US" dirty="0"/>
        </a:p>
      </dgm:t>
    </dgm:pt>
    <dgm:pt modelId="{436CDDD8-4D50-48E3-8F6C-32D2DECC99BB}" type="parTrans" cxnId="{23B18D8E-912C-4C0A-8811-6E1F6E20C1BE}">
      <dgm:prSet/>
      <dgm:spPr/>
      <dgm:t>
        <a:bodyPr/>
        <a:lstStyle/>
        <a:p>
          <a:endParaRPr lang="en-US"/>
        </a:p>
      </dgm:t>
    </dgm:pt>
    <dgm:pt modelId="{F9122AF2-44B3-47AE-A2CF-A469CE8D5B8D}" type="sibTrans" cxnId="{23B18D8E-912C-4C0A-8811-6E1F6E20C1BE}">
      <dgm:prSet/>
      <dgm:spPr/>
      <dgm:t>
        <a:bodyPr/>
        <a:lstStyle/>
        <a:p>
          <a:endParaRPr lang="en-US"/>
        </a:p>
      </dgm:t>
    </dgm:pt>
    <dgm:pt modelId="{2C57E05E-EABE-496C-807E-36268D95690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cs-CZ" dirty="0"/>
            <a:t>Technologie využité k projektu</a:t>
          </a:r>
          <a:endParaRPr lang="en-US" dirty="0"/>
        </a:p>
      </dgm:t>
    </dgm:pt>
    <dgm:pt modelId="{7722059C-000E-4FA8-8EFE-C1DF216A815D}" type="parTrans" cxnId="{4FDAA1BF-D2C4-4363-8D14-893B10758DC4}">
      <dgm:prSet/>
      <dgm:spPr/>
      <dgm:t>
        <a:bodyPr/>
        <a:lstStyle/>
        <a:p>
          <a:endParaRPr lang="en-US"/>
        </a:p>
      </dgm:t>
    </dgm:pt>
    <dgm:pt modelId="{B282DD4E-E9DB-4C2F-BA63-1B009A203D45}" type="sibTrans" cxnId="{4FDAA1BF-D2C4-4363-8D14-893B10758DC4}">
      <dgm:prSet/>
      <dgm:spPr/>
      <dgm:t>
        <a:bodyPr/>
        <a:lstStyle/>
        <a:p>
          <a:endParaRPr lang="en-US"/>
        </a:p>
      </dgm:t>
    </dgm:pt>
    <dgm:pt modelId="{5BEADFAA-20C6-49CD-9ACE-BA7D2D2EE80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cs-CZ" dirty="0"/>
            <a:t>Ukázka webu</a:t>
          </a:r>
          <a:endParaRPr lang="en-US" dirty="0"/>
        </a:p>
      </dgm:t>
    </dgm:pt>
    <dgm:pt modelId="{E106C922-2B8B-4F4C-819A-CE5E65DFD19D}" type="parTrans" cxnId="{AFAE6945-8C87-45C2-8B75-5C0A538D8D4B}">
      <dgm:prSet/>
      <dgm:spPr/>
      <dgm:t>
        <a:bodyPr/>
        <a:lstStyle/>
        <a:p>
          <a:endParaRPr lang="en-US"/>
        </a:p>
      </dgm:t>
    </dgm:pt>
    <dgm:pt modelId="{AD471CD5-3E75-419D-9343-F9F480C2BF5C}" type="sibTrans" cxnId="{AFAE6945-8C87-45C2-8B75-5C0A538D8D4B}">
      <dgm:prSet/>
      <dgm:spPr/>
      <dgm:t>
        <a:bodyPr/>
        <a:lstStyle/>
        <a:p>
          <a:endParaRPr lang="en-US"/>
        </a:p>
      </dgm:t>
    </dgm:pt>
    <dgm:pt modelId="{09BE1DFD-17C9-4C67-8EA8-2DFDAD8AC4E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endParaRPr lang="cs-CZ"/>
        </a:p>
      </dgm:t>
    </dgm:pt>
    <dgm:pt modelId="{8EB36DE1-327F-4CE9-8838-18B956D3E244}" type="parTrans" cxnId="{6765B629-2D97-45A1-83AF-4D7AA2073F30}">
      <dgm:prSet/>
      <dgm:spPr/>
      <dgm:t>
        <a:bodyPr/>
        <a:lstStyle/>
        <a:p>
          <a:endParaRPr lang="cs-CZ"/>
        </a:p>
      </dgm:t>
    </dgm:pt>
    <dgm:pt modelId="{21BDF56F-7D7E-4F6D-98F6-306E7536C615}" type="sibTrans" cxnId="{6765B629-2D97-45A1-83AF-4D7AA2073F30}">
      <dgm:prSet/>
      <dgm:spPr/>
      <dgm:t>
        <a:bodyPr/>
        <a:lstStyle/>
        <a:p>
          <a:endParaRPr lang="cs-CZ"/>
        </a:p>
      </dgm:t>
    </dgm:pt>
    <dgm:pt modelId="{9A72C45C-4178-4C08-8C0C-1A8B98DB40D6}" type="pres">
      <dgm:prSet presAssocID="{B7EFECAF-C498-411C-BF28-E171A865C9ED}" presName="root" presStyleCnt="0">
        <dgm:presLayoutVars>
          <dgm:dir/>
          <dgm:resizeHandles val="exact"/>
        </dgm:presLayoutVars>
      </dgm:prSet>
      <dgm:spPr/>
    </dgm:pt>
    <dgm:pt modelId="{A728CC45-969D-4EAA-B207-5E3079005064}" type="pres">
      <dgm:prSet presAssocID="{2C1D918B-1144-4EE4-BD76-380B2DB44A72}" presName="compNode" presStyleCnt="0"/>
      <dgm:spPr/>
    </dgm:pt>
    <dgm:pt modelId="{C644E3F7-19DF-472B-93A9-983666F5CE33}" type="pres">
      <dgm:prSet presAssocID="{2C1D918B-1144-4EE4-BD76-380B2DB44A72}" presName="iconBgRect" presStyleLbl="bgShp" presStyleIdx="0" presStyleCnt="5"/>
      <dgm:spPr/>
    </dgm:pt>
    <dgm:pt modelId="{248F63DF-1905-4918-B289-085424A100BD}" type="pres">
      <dgm:prSet presAssocID="{2C1D918B-1144-4EE4-BD76-380B2DB44A7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aškrtnutí"/>
        </a:ext>
      </dgm:extLst>
    </dgm:pt>
    <dgm:pt modelId="{5E52B9C7-B9A6-4A34-962B-242FDD430FDF}" type="pres">
      <dgm:prSet presAssocID="{2C1D918B-1144-4EE4-BD76-380B2DB44A72}" presName="spaceRect" presStyleCnt="0"/>
      <dgm:spPr/>
    </dgm:pt>
    <dgm:pt modelId="{367D782A-ACD7-4688-BC28-05BE1A374BAE}" type="pres">
      <dgm:prSet presAssocID="{2C1D918B-1144-4EE4-BD76-380B2DB44A72}" presName="textRect" presStyleLbl="revTx" presStyleIdx="0" presStyleCnt="5">
        <dgm:presLayoutVars>
          <dgm:chMax val="1"/>
          <dgm:chPref val="1"/>
        </dgm:presLayoutVars>
      </dgm:prSet>
      <dgm:spPr/>
    </dgm:pt>
    <dgm:pt modelId="{6B06D5AC-5C3E-4C33-A705-07852BAA4D74}" type="pres">
      <dgm:prSet presAssocID="{96888A52-46D4-4126-A974-658A23103D7F}" presName="sibTrans" presStyleCnt="0"/>
      <dgm:spPr/>
    </dgm:pt>
    <dgm:pt modelId="{AA659D29-51EC-4AB9-9FC7-5936A892E2D6}" type="pres">
      <dgm:prSet presAssocID="{E8F3D72C-0759-455C-97F4-FE964587B024}" presName="compNode" presStyleCnt="0"/>
      <dgm:spPr/>
    </dgm:pt>
    <dgm:pt modelId="{905080A0-6D54-4092-B734-BA7F71810116}" type="pres">
      <dgm:prSet presAssocID="{E8F3D72C-0759-455C-97F4-FE964587B024}" presName="iconBgRect" presStyleLbl="bgShp" presStyleIdx="1" presStyleCnt="5"/>
      <dgm:spPr/>
    </dgm:pt>
    <dgm:pt modelId="{BAAB1F4C-D4C4-45E4-BC8D-19BA36B2A8C3}" type="pres">
      <dgm:prSet presAssocID="{E8F3D72C-0759-455C-97F4-FE964587B02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Žárovka"/>
        </a:ext>
      </dgm:extLst>
    </dgm:pt>
    <dgm:pt modelId="{9E6513A9-5977-4E96-95E2-9F95D5EF857D}" type="pres">
      <dgm:prSet presAssocID="{E8F3D72C-0759-455C-97F4-FE964587B024}" presName="spaceRect" presStyleCnt="0"/>
      <dgm:spPr/>
    </dgm:pt>
    <dgm:pt modelId="{57B4CFB2-B144-4A13-8EEF-432BD1DE4137}" type="pres">
      <dgm:prSet presAssocID="{E8F3D72C-0759-455C-97F4-FE964587B024}" presName="textRect" presStyleLbl="revTx" presStyleIdx="1" presStyleCnt="5">
        <dgm:presLayoutVars>
          <dgm:chMax val="1"/>
          <dgm:chPref val="1"/>
        </dgm:presLayoutVars>
      </dgm:prSet>
      <dgm:spPr/>
    </dgm:pt>
    <dgm:pt modelId="{98247BB6-9441-48F1-91E3-A84D49BD0547}" type="pres">
      <dgm:prSet presAssocID="{F9122AF2-44B3-47AE-A2CF-A469CE8D5B8D}" presName="sibTrans" presStyleCnt="0"/>
      <dgm:spPr/>
    </dgm:pt>
    <dgm:pt modelId="{FD42BCB2-DBD6-43A9-95AB-D73CB76CE9A4}" type="pres">
      <dgm:prSet presAssocID="{2C57E05E-EABE-496C-807E-36268D95690F}" presName="compNode" presStyleCnt="0"/>
      <dgm:spPr/>
    </dgm:pt>
    <dgm:pt modelId="{069216C8-E525-40F8-85B4-34253518514A}" type="pres">
      <dgm:prSet presAssocID="{2C57E05E-EABE-496C-807E-36268D95690F}" presName="iconBgRect" presStyleLbl="bgShp" presStyleIdx="2" presStyleCnt="5"/>
      <dgm:spPr/>
    </dgm:pt>
    <dgm:pt modelId="{545D5194-D8ED-4170-A24D-3CA8295D89C9}" type="pres">
      <dgm:prSet presAssocID="{2C57E05E-EABE-496C-807E-36268D95690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čítač"/>
        </a:ext>
      </dgm:extLst>
    </dgm:pt>
    <dgm:pt modelId="{BFC2D96A-38DB-4B9C-A008-78DE0CB190B5}" type="pres">
      <dgm:prSet presAssocID="{2C57E05E-EABE-496C-807E-36268D95690F}" presName="spaceRect" presStyleCnt="0"/>
      <dgm:spPr/>
    </dgm:pt>
    <dgm:pt modelId="{EB020555-CD30-4248-B83C-00E8E5372594}" type="pres">
      <dgm:prSet presAssocID="{2C57E05E-EABE-496C-807E-36268D95690F}" presName="textRect" presStyleLbl="revTx" presStyleIdx="2" presStyleCnt="5">
        <dgm:presLayoutVars>
          <dgm:chMax val="1"/>
          <dgm:chPref val="1"/>
        </dgm:presLayoutVars>
      </dgm:prSet>
      <dgm:spPr/>
    </dgm:pt>
    <dgm:pt modelId="{CB789350-9F42-476F-A2E9-0B63F630F504}" type="pres">
      <dgm:prSet presAssocID="{B282DD4E-E9DB-4C2F-BA63-1B009A203D45}" presName="sibTrans" presStyleCnt="0"/>
      <dgm:spPr/>
    </dgm:pt>
    <dgm:pt modelId="{A5B3A909-7271-49A2-988F-FD6ED8AA4F01}" type="pres">
      <dgm:prSet presAssocID="{09BE1DFD-17C9-4C67-8EA8-2DFDAD8AC4E6}" presName="compNode" presStyleCnt="0"/>
      <dgm:spPr/>
    </dgm:pt>
    <dgm:pt modelId="{931A8BA1-F040-4C48-A685-5BAD18CA2B4E}" type="pres">
      <dgm:prSet presAssocID="{09BE1DFD-17C9-4C67-8EA8-2DFDAD8AC4E6}" presName="iconBgRect" presStyleLbl="bgShp" presStyleIdx="3" presStyleCnt="5"/>
      <dgm:spPr/>
    </dgm:pt>
    <dgm:pt modelId="{0A2AD0DF-976E-44E9-AA6B-7D75BD59E02D}" type="pres">
      <dgm:prSet presAssocID="{09BE1DFD-17C9-4C67-8EA8-2DFDAD8AC4E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zubená kola se souvislou výplní"/>
        </a:ext>
      </dgm:extLst>
    </dgm:pt>
    <dgm:pt modelId="{99981478-2A25-416C-8753-6D7661D65A90}" type="pres">
      <dgm:prSet presAssocID="{09BE1DFD-17C9-4C67-8EA8-2DFDAD8AC4E6}" presName="spaceRect" presStyleCnt="0"/>
      <dgm:spPr/>
    </dgm:pt>
    <dgm:pt modelId="{2A708B92-E1BD-4EFC-B874-EBF5509837FC}" type="pres">
      <dgm:prSet presAssocID="{09BE1DFD-17C9-4C67-8EA8-2DFDAD8AC4E6}" presName="textRect" presStyleLbl="revTx" presStyleIdx="3" presStyleCnt="5">
        <dgm:presLayoutVars>
          <dgm:chMax val="1"/>
          <dgm:chPref val="1"/>
        </dgm:presLayoutVars>
      </dgm:prSet>
      <dgm:spPr/>
    </dgm:pt>
    <dgm:pt modelId="{4092C0FF-AFD6-42D5-A55D-F22E8A81279A}" type="pres">
      <dgm:prSet presAssocID="{21BDF56F-7D7E-4F6D-98F6-306E7536C615}" presName="sibTrans" presStyleCnt="0"/>
      <dgm:spPr/>
    </dgm:pt>
    <dgm:pt modelId="{E2D5AFC5-017F-4865-8DE3-E2D151DA7873}" type="pres">
      <dgm:prSet presAssocID="{5BEADFAA-20C6-49CD-9ACE-BA7D2D2EE802}" presName="compNode" presStyleCnt="0"/>
      <dgm:spPr/>
    </dgm:pt>
    <dgm:pt modelId="{C9CB2710-06CF-4761-8B97-B2F1FFA6FCD2}" type="pres">
      <dgm:prSet presAssocID="{5BEADFAA-20C6-49CD-9ACE-BA7D2D2EE802}" presName="iconBgRect" presStyleLbl="bgShp" presStyleIdx="4" presStyleCnt="5"/>
      <dgm:spPr/>
    </dgm:pt>
    <dgm:pt modelId="{8EDA0F27-EB0C-4B34-B981-98722F7F91A6}" type="pres">
      <dgm:prSet presAssocID="{5BEADFAA-20C6-49CD-9ACE-BA7D2D2EE80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EB981682-579A-4E4B-ACBC-4F5D373F6AA4}" type="pres">
      <dgm:prSet presAssocID="{5BEADFAA-20C6-49CD-9ACE-BA7D2D2EE802}" presName="spaceRect" presStyleCnt="0"/>
      <dgm:spPr/>
    </dgm:pt>
    <dgm:pt modelId="{A03FF68B-54B4-4B07-84F3-B105A8123E1B}" type="pres">
      <dgm:prSet presAssocID="{5BEADFAA-20C6-49CD-9ACE-BA7D2D2EE802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8F66203-3134-4C38-BB81-88BFB6FBB22F}" srcId="{B7EFECAF-C498-411C-BF28-E171A865C9ED}" destId="{2C1D918B-1144-4EE4-BD76-380B2DB44A72}" srcOrd="0" destOrd="0" parTransId="{66042BBB-C2EB-43A7-9422-1DAD95B93272}" sibTransId="{96888A52-46D4-4126-A974-658A23103D7F}"/>
    <dgm:cxn modelId="{02085223-2B99-454C-8F3A-3C48C67F4311}" type="presOf" srcId="{2C57E05E-EABE-496C-807E-36268D95690F}" destId="{EB020555-CD30-4248-B83C-00E8E5372594}" srcOrd="0" destOrd="0" presId="urn:microsoft.com/office/officeart/2018/5/layout/IconCircleLabelList"/>
    <dgm:cxn modelId="{6765B629-2D97-45A1-83AF-4D7AA2073F30}" srcId="{B7EFECAF-C498-411C-BF28-E171A865C9ED}" destId="{09BE1DFD-17C9-4C67-8EA8-2DFDAD8AC4E6}" srcOrd="3" destOrd="0" parTransId="{8EB36DE1-327F-4CE9-8838-18B956D3E244}" sibTransId="{21BDF56F-7D7E-4F6D-98F6-306E7536C615}"/>
    <dgm:cxn modelId="{D14AC138-D427-479A-8897-09DF26C11F03}" type="presOf" srcId="{E8F3D72C-0759-455C-97F4-FE964587B024}" destId="{57B4CFB2-B144-4A13-8EEF-432BD1DE4137}" srcOrd="0" destOrd="0" presId="urn:microsoft.com/office/officeart/2018/5/layout/IconCircleLabelList"/>
    <dgm:cxn modelId="{2808C563-BCBE-4F22-8D93-0DB9503A199B}" type="presOf" srcId="{5BEADFAA-20C6-49CD-9ACE-BA7D2D2EE802}" destId="{A03FF68B-54B4-4B07-84F3-B105A8123E1B}" srcOrd="0" destOrd="0" presId="urn:microsoft.com/office/officeart/2018/5/layout/IconCircleLabelList"/>
    <dgm:cxn modelId="{AFAE6945-8C87-45C2-8B75-5C0A538D8D4B}" srcId="{B7EFECAF-C498-411C-BF28-E171A865C9ED}" destId="{5BEADFAA-20C6-49CD-9ACE-BA7D2D2EE802}" srcOrd="4" destOrd="0" parTransId="{E106C922-2B8B-4F4C-819A-CE5E65DFD19D}" sibTransId="{AD471CD5-3E75-419D-9343-F9F480C2BF5C}"/>
    <dgm:cxn modelId="{23B18D8E-912C-4C0A-8811-6E1F6E20C1BE}" srcId="{B7EFECAF-C498-411C-BF28-E171A865C9ED}" destId="{E8F3D72C-0759-455C-97F4-FE964587B024}" srcOrd="1" destOrd="0" parTransId="{436CDDD8-4D50-48E3-8F6C-32D2DECC99BB}" sibTransId="{F9122AF2-44B3-47AE-A2CF-A469CE8D5B8D}"/>
    <dgm:cxn modelId="{4FDAA1BF-D2C4-4363-8D14-893B10758DC4}" srcId="{B7EFECAF-C498-411C-BF28-E171A865C9ED}" destId="{2C57E05E-EABE-496C-807E-36268D95690F}" srcOrd="2" destOrd="0" parTransId="{7722059C-000E-4FA8-8EFE-C1DF216A815D}" sibTransId="{B282DD4E-E9DB-4C2F-BA63-1B009A203D45}"/>
    <dgm:cxn modelId="{168897CA-5626-465B-84AE-C673FD0D815D}" type="presOf" srcId="{09BE1DFD-17C9-4C67-8EA8-2DFDAD8AC4E6}" destId="{2A708B92-E1BD-4EFC-B874-EBF5509837FC}" srcOrd="0" destOrd="0" presId="urn:microsoft.com/office/officeart/2018/5/layout/IconCircleLabelList"/>
    <dgm:cxn modelId="{BB5AE7CE-68E2-4800-B931-9108D166B5F4}" type="presOf" srcId="{B7EFECAF-C498-411C-BF28-E171A865C9ED}" destId="{9A72C45C-4178-4C08-8C0C-1A8B98DB40D6}" srcOrd="0" destOrd="0" presId="urn:microsoft.com/office/officeart/2018/5/layout/IconCircleLabelList"/>
    <dgm:cxn modelId="{A617FCFE-A24D-48EB-AC8E-DC0F9E1C1CA0}" type="presOf" srcId="{2C1D918B-1144-4EE4-BD76-380B2DB44A72}" destId="{367D782A-ACD7-4688-BC28-05BE1A374BAE}" srcOrd="0" destOrd="0" presId="urn:microsoft.com/office/officeart/2018/5/layout/IconCircleLabelList"/>
    <dgm:cxn modelId="{0F5607CA-EDF0-4D48-AD0A-4912FC4E59C0}" type="presParOf" srcId="{9A72C45C-4178-4C08-8C0C-1A8B98DB40D6}" destId="{A728CC45-969D-4EAA-B207-5E3079005064}" srcOrd="0" destOrd="0" presId="urn:microsoft.com/office/officeart/2018/5/layout/IconCircleLabelList"/>
    <dgm:cxn modelId="{D1B9F0C2-1CA8-4A19-B25E-B165B901B914}" type="presParOf" srcId="{A728CC45-969D-4EAA-B207-5E3079005064}" destId="{C644E3F7-19DF-472B-93A9-983666F5CE33}" srcOrd="0" destOrd="0" presId="urn:microsoft.com/office/officeart/2018/5/layout/IconCircleLabelList"/>
    <dgm:cxn modelId="{98ECF1DE-66F6-4E1A-BA09-773F203AE2B3}" type="presParOf" srcId="{A728CC45-969D-4EAA-B207-5E3079005064}" destId="{248F63DF-1905-4918-B289-085424A100BD}" srcOrd="1" destOrd="0" presId="urn:microsoft.com/office/officeart/2018/5/layout/IconCircleLabelList"/>
    <dgm:cxn modelId="{57E1A2DF-98B9-4AD3-8EC4-3FFE61DE2D00}" type="presParOf" srcId="{A728CC45-969D-4EAA-B207-5E3079005064}" destId="{5E52B9C7-B9A6-4A34-962B-242FDD430FDF}" srcOrd="2" destOrd="0" presId="urn:microsoft.com/office/officeart/2018/5/layout/IconCircleLabelList"/>
    <dgm:cxn modelId="{9D7D1791-3DE8-4126-8BEB-E036EFF89A00}" type="presParOf" srcId="{A728CC45-969D-4EAA-B207-5E3079005064}" destId="{367D782A-ACD7-4688-BC28-05BE1A374BAE}" srcOrd="3" destOrd="0" presId="urn:microsoft.com/office/officeart/2018/5/layout/IconCircleLabelList"/>
    <dgm:cxn modelId="{C95FC41F-9635-4FEC-AC01-0C75E6948777}" type="presParOf" srcId="{9A72C45C-4178-4C08-8C0C-1A8B98DB40D6}" destId="{6B06D5AC-5C3E-4C33-A705-07852BAA4D74}" srcOrd="1" destOrd="0" presId="urn:microsoft.com/office/officeart/2018/5/layout/IconCircleLabelList"/>
    <dgm:cxn modelId="{2CD7234D-48ED-4F06-A124-AEE8B20414B0}" type="presParOf" srcId="{9A72C45C-4178-4C08-8C0C-1A8B98DB40D6}" destId="{AA659D29-51EC-4AB9-9FC7-5936A892E2D6}" srcOrd="2" destOrd="0" presId="urn:microsoft.com/office/officeart/2018/5/layout/IconCircleLabelList"/>
    <dgm:cxn modelId="{772906B8-6434-4949-A766-F45EE2E7D39D}" type="presParOf" srcId="{AA659D29-51EC-4AB9-9FC7-5936A892E2D6}" destId="{905080A0-6D54-4092-B734-BA7F71810116}" srcOrd="0" destOrd="0" presId="urn:microsoft.com/office/officeart/2018/5/layout/IconCircleLabelList"/>
    <dgm:cxn modelId="{67D4498E-BCB5-4EE7-8CC7-0C273D590247}" type="presParOf" srcId="{AA659D29-51EC-4AB9-9FC7-5936A892E2D6}" destId="{BAAB1F4C-D4C4-45E4-BC8D-19BA36B2A8C3}" srcOrd="1" destOrd="0" presId="urn:microsoft.com/office/officeart/2018/5/layout/IconCircleLabelList"/>
    <dgm:cxn modelId="{052E5E51-9682-4908-A689-95EEF4FD14B4}" type="presParOf" srcId="{AA659D29-51EC-4AB9-9FC7-5936A892E2D6}" destId="{9E6513A9-5977-4E96-95E2-9F95D5EF857D}" srcOrd="2" destOrd="0" presId="urn:microsoft.com/office/officeart/2018/5/layout/IconCircleLabelList"/>
    <dgm:cxn modelId="{4DC5B77C-6D0F-47DD-8ADC-7C729E47734C}" type="presParOf" srcId="{AA659D29-51EC-4AB9-9FC7-5936A892E2D6}" destId="{57B4CFB2-B144-4A13-8EEF-432BD1DE4137}" srcOrd="3" destOrd="0" presId="urn:microsoft.com/office/officeart/2018/5/layout/IconCircleLabelList"/>
    <dgm:cxn modelId="{CA3AAA13-A907-48CF-9F53-52A4DDA42F10}" type="presParOf" srcId="{9A72C45C-4178-4C08-8C0C-1A8B98DB40D6}" destId="{98247BB6-9441-48F1-91E3-A84D49BD0547}" srcOrd="3" destOrd="0" presId="urn:microsoft.com/office/officeart/2018/5/layout/IconCircleLabelList"/>
    <dgm:cxn modelId="{52FD3FF8-B4A3-4C8D-A328-AFF5C1611317}" type="presParOf" srcId="{9A72C45C-4178-4C08-8C0C-1A8B98DB40D6}" destId="{FD42BCB2-DBD6-43A9-95AB-D73CB76CE9A4}" srcOrd="4" destOrd="0" presId="urn:microsoft.com/office/officeart/2018/5/layout/IconCircleLabelList"/>
    <dgm:cxn modelId="{EAFF68BD-C663-43C8-A151-EADE359CB316}" type="presParOf" srcId="{FD42BCB2-DBD6-43A9-95AB-D73CB76CE9A4}" destId="{069216C8-E525-40F8-85B4-34253518514A}" srcOrd="0" destOrd="0" presId="urn:microsoft.com/office/officeart/2018/5/layout/IconCircleLabelList"/>
    <dgm:cxn modelId="{1EB4602D-E51C-4926-808D-E8459CD67715}" type="presParOf" srcId="{FD42BCB2-DBD6-43A9-95AB-D73CB76CE9A4}" destId="{545D5194-D8ED-4170-A24D-3CA8295D89C9}" srcOrd="1" destOrd="0" presId="urn:microsoft.com/office/officeart/2018/5/layout/IconCircleLabelList"/>
    <dgm:cxn modelId="{390B8FB2-711B-44D5-AA20-84AB6185802B}" type="presParOf" srcId="{FD42BCB2-DBD6-43A9-95AB-D73CB76CE9A4}" destId="{BFC2D96A-38DB-4B9C-A008-78DE0CB190B5}" srcOrd="2" destOrd="0" presId="urn:microsoft.com/office/officeart/2018/5/layout/IconCircleLabelList"/>
    <dgm:cxn modelId="{5B184831-B1BB-4C5E-AEA8-F395B3F9B379}" type="presParOf" srcId="{FD42BCB2-DBD6-43A9-95AB-D73CB76CE9A4}" destId="{EB020555-CD30-4248-B83C-00E8E5372594}" srcOrd="3" destOrd="0" presId="urn:microsoft.com/office/officeart/2018/5/layout/IconCircleLabelList"/>
    <dgm:cxn modelId="{FF3B0A86-EE3A-4C7E-B77B-975747176B40}" type="presParOf" srcId="{9A72C45C-4178-4C08-8C0C-1A8B98DB40D6}" destId="{CB789350-9F42-476F-A2E9-0B63F630F504}" srcOrd="5" destOrd="0" presId="urn:microsoft.com/office/officeart/2018/5/layout/IconCircleLabelList"/>
    <dgm:cxn modelId="{70821752-E099-4816-AA39-5A29A3710649}" type="presParOf" srcId="{9A72C45C-4178-4C08-8C0C-1A8B98DB40D6}" destId="{A5B3A909-7271-49A2-988F-FD6ED8AA4F01}" srcOrd="6" destOrd="0" presId="urn:microsoft.com/office/officeart/2018/5/layout/IconCircleLabelList"/>
    <dgm:cxn modelId="{38400D76-30C4-4174-A41B-53F9B4289C4C}" type="presParOf" srcId="{A5B3A909-7271-49A2-988F-FD6ED8AA4F01}" destId="{931A8BA1-F040-4C48-A685-5BAD18CA2B4E}" srcOrd="0" destOrd="0" presId="urn:microsoft.com/office/officeart/2018/5/layout/IconCircleLabelList"/>
    <dgm:cxn modelId="{DB7D6FB4-DCB4-49B3-B60E-07FD2D1306D6}" type="presParOf" srcId="{A5B3A909-7271-49A2-988F-FD6ED8AA4F01}" destId="{0A2AD0DF-976E-44E9-AA6B-7D75BD59E02D}" srcOrd="1" destOrd="0" presId="urn:microsoft.com/office/officeart/2018/5/layout/IconCircleLabelList"/>
    <dgm:cxn modelId="{934F1514-4320-4A0C-B9C6-BEE47816CD14}" type="presParOf" srcId="{A5B3A909-7271-49A2-988F-FD6ED8AA4F01}" destId="{99981478-2A25-416C-8753-6D7661D65A90}" srcOrd="2" destOrd="0" presId="urn:microsoft.com/office/officeart/2018/5/layout/IconCircleLabelList"/>
    <dgm:cxn modelId="{C41C67EA-4DA6-44D6-A574-1A8E2458CCDB}" type="presParOf" srcId="{A5B3A909-7271-49A2-988F-FD6ED8AA4F01}" destId="{2A708B92-E1BD-4EFC-B874-EBF5509837FC}" srcOrd="3" destOrd="0" presId="urn:microsoft.com/office/officeart/2018/5/layout/IconCircleLabelList"/>
    <dgm:cxn modelId="{1958B554-9500-4166-A1F3-1691314381B0}" type="presParOf" srcId="{9A72C45C-4178-4C08-8C0C-1A8B98DB40D6}" destId="{4092C0FF-AFD6-42D5-A55D-F22E8A81279A}" srcOrd="7" destOrd="0" presId="urn:microsoft.com/office/officeart/2018/5/layout/IconCircleLabelList"/>
    <dgm:cxn modelId="{E538C2CB-DF04-4F09-A0FC-3A6414A8E82F}" type="presParOf" srcId="{9A72C45C-4178-4C08-8C0C-1A8B98DB40D6}" destId="{E2D5AFC5-017F-4865-8DE3-E2D151DA7873}" srcOrd="8" destOrd="0" presId="urn:microsoft.com/office/officeart/2018/5/layout/IconCircleLabelList"/>
    <dgm:cxn modelId="{C012D5C2-FDBD-46DD-ADD4-069DCE38A137}" type="presParOf" srcId="{E2D5AFC5-017F-4865-8DE3-E2D151DA7873}" destId="{C9CB2710-06CF-4761-8B97-B2F1FFA6FCD2}" srcOrd="0" destOrd="0" presId="urn:microsoft.com/office/officeart/2018/5/layout/IconCircleLabelList"/>
    <dgm:cxn modelId="{6EAF4307-E1C2-4BAF-9E2A-08D857E1B3C3}" type="presParOf" srcId="{E2D5AFC5-017F-4865-8DE3-E2D151DA7873}" destId="{8EDA0F27-EB0C-4B34-B981-98722F7F91A6}" srcOrd="1" destOrd="0" presId="urn:microsoft.com/office/officeart/2018/5/layout/IconCircleLabelList"/>
    <dgm:cxn modelId="{CD35ED08-6A40-4FB1-833B-6784F42AF534}" type="presParOf" srcId="{E2D5AFC5-017F-4865-8DE3-E2D151DA7873}" destId="{EB981682-579A-4E4B-ACBC-4F5D373F6AA4}" srcOrd="2" destOrd="0" presId="urn:microsoft.com/office/officeart/2018/5/layout/IconCircleLabelList"/>
    <dgm:cxn modelId="{B89189C8-98B7-4949-BD34-AFA081CC633D}" type="presParOf" srcId="{E2D5AFC5-017F-4865-8DE3-E2D151DA7873}" destId="{A03FF68B-54B4-4B07-84F3-B105A8123E1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C31DE0C-79A6-4531-B24E-5E509D24ED3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F9A7A8F-49B6-4391-AF3F-AF3844334F4D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cs-CZ" sz="1600" dirty="0"/>
            <a:t>Dokončení projektu Do Funkční verze</a:t>
          </a:r>
          <a:endParaRPr lang="en-US" sz="1600" dirty="0"/>
        </a:p>
      </dgm:t>
    </dgm:pt>
    <dgm:pt modelId="{EA8EB1D8-7D67-45A5-9972-4447F5C64629}" type="parTrans" cxnId="{3FCBB0C5-1299-4C50-B188-3B64B3FA8FFC}">
      <dgm:prSet/>
      <dgm:spPr/>
      <dgm:t>
        <a:bodyPr/>
        <a:lstStyle/>
        <a:p>
          <a:endParaRPr lang="en-US"/>
        </a:p>
      </dgm:t>
    </dgm:pt>
    <dgm:pt modelId="{288D785C-0F6A-4F58-AA09-45B4221C5E8C}" type="sibTrans" cxnId="{3FCBB0C5-1299-4C50-B188-3B64B3FA8FFC}">
      <dgm:prSet/>
      <dgm:spPr/>
      <dgm:t>
        <a:bodyPr/>
        <a:lstStyle/>
        <a:p>
          <a:endParaRPr lang="en-US"/>
        </a:p>
      </dgm:t>
    </dgm:pt>
    <dgm:pt modelId="{07F8A94D-042C-4436-A9BF-FD90810A06E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cs-CZ" dirty="0"/>
            <a:t>Zlepšení vizuální stránky</a:t>
          </a:r>
          <a:endParaRPr lang="en-US" dirty="0"/>
        </a:p>
      </dgm:t>
    </dgm:pt>
    <dgm:pt modelId="{DF7F5710-5A13-402B-963F-C24E4F7739B9}" type="parTrans" cxnId="{11DD2762-057D-43FE-9569-43556C244BE2}">
      <dgm:prSet/>
      <dgm:spPr/>
      <dgm:t>
        <a:bodyPr/>
        <a:lstStyle/>
        <a:p>
          <a:endParaRPr lang="en-US"/>
        </a:p>
      </dgm:t>
    </dgm:pt>
    <dgm:pt modelId="{8B9ED895-920A-4979-97BC-F4B9CC0B6874}" type="sibTrans" cxnId="{11DD2762-057D-43FE-9569-43556C244BE2}">
      <dgm:prSet/>
      <dgm:spPr/>
      <dgm:t>
        <a:bodyPr/>
        <a:lstStyle/>
        <a:p>
          <a:endParaRPr lang="en-US"/>
        </a:p>
      </dgm:t>
    </dgm:pt>
    <dgm:pt modelId="{797A3032-22F2-4159-8335-4C16D6E547F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cs-CZ" dirty="0"/>
            <a:t>Optimalizace webu a Studijních materiálů</a:t>
          </a:r>
          <a:endParaRPr lang="en-US" dirty="0"/>
        </a:p>
      </dgm:t>
    </dgm:pt>
    <dgm:pt modelId="{E73034C6-5012-423C-AFBB-6BF15CFF19B8}" type="parTrans" cxnId="{24FBD4B2-6292-4148-B71D-98C9CA746F89}">
      <dgm:prSet/>
      <dgm:spPr/>
      <dgm:t>
        <a:bodyPr/>
        <a:lstStyle/>
        <a:p>
          <a:endParaRPr lang="en-US"/>
        </a:p>
      </dgm:t>
    </dgm:pt>
    <dgm:pt modelId="{EC931574-133C-4599-B90D-E461D6194DD1}" type="sibTrans" cxnId="{24FBD4B2-6292-4148-B71D-98C9CA746F89}">
      <dgm:prSet/>
      <dgm:spPr/>
      <dgm:t>
        <a:bodyPr/>
        <a:lstStyle/>
        <a:p>
          <a:endParaRPr lang="en-US"/>
        </a:p>
      </dgm:t>
    </dgm:pt>
    <dgm:pt modelId="{0D5964EE-0C6C-4C6B-8FF5-6903E6F2B38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cs-CZ" dirty="0"/>
            <a:t>Sledování průběhu při učení </a:t>
          </a:r>
          <a:endParaRPr lang="en-US" dirty="0"/>
        </a:p>
      </dgm:t>
    </dgm:pt>
    <dgm:pt modelId="{8874EDA9-249A-4B58-8213-89736D5CC40D}" type="parTrans" cxnId="{F3BAD6C2-D5FA-4DF8-97BE-17F9D3B68C5A}">
      <dgm:prSet/>
      <dgm:spPr/>
      <dgm:t>
        <a:bodyPr/>
        <a:lstStyle/>
        <a:p>
          <a:endParaRPr lang="en-US"/>
        </a:p>
      </dgm:t>
    </dgm:pt>
    <dgm:pt modelId="{60045894-193C-4F12-9BDD-6B7FEB2E3AF5}" type="sibTrans" cxnId="{F3BAD6C2-D5FA-4DF8-97BE-17F9D3B68C5A}">
      <dgm:prSet/>
      <dgm:spPr/>
      <dgm:t>
        <a:bodyPr/>
        <a:lstStyle/>
        <a:p>
          <a:endParaRPr lang="en-US"/>
        </a:p>
      </dgm:t>
    </dgm:pt>
    <dgm:pt modelId="{EC2E435A-0036-44D0-9538-ADFD68CEEB8F}" type="pres">
      <dgm:prSet presAssocID="{EC31DE0C-79A6-4531-B24E-5E509D24ED3E}" presName="root" presStyleCnt="0">
        <dgm:presLayoutVars>
          <dgm:dir/>
          <dgm:resizeHandles val="exact"/>
        </dgm:presLayoutVars>
      </dgm:prSet>
      <dgm:spPr/>
    </dgm:pt>
    <dgm:pt modelId="{9F6623B7-51B5-4640-BC21-CA175DC123E1}" type="pres">
      <dgm:prSet presAssocID="{DF9A7A8F-49B6-4391-AF3F-AF3844334F4D}" presName="compNode" presStyleCnt="0"/>
      <dgm:spPr/>
    </dgm:pt>
    <dgm:pt modelId="{A6CEBB1C-47A4-49A4-B9E8-A8404855BBDE}" type="pres">
      <dgm:prSet presAssocID="{DF9A7A8F-49B6-4391-AF3F-AF3844334F4D}" presName="iconBgRect" presStyleLbl="bgShp" presStyleIdx="0" presStyleCnt="4"/>
      <dgm:spPr/>
    </dgm:pt>
    <dgm:pt modelId="{8ADF912D-AC25-4454-8471-3178B9C1B752}" type="pres">
      <dgm:prSet presAssocID="{DF9A7A8F-49B6-4391-AF3F-AF3844334F4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užka"/>
        </a:ext>
      </dgm:extLst>
    </dgm:pt>
    <dgm:pt modelId="{AC8E3FAB-AFC2-4ED7-B993-1A1961DCE46E}" type="pres">
      <dgm:prSet presAssocID="{DF9A7A8F-49B6-4391-AF3F-AF3844334F4D}" presName="spaceRect" presStyleCnt="0"/>
      <dgm:spPr/>
    </dgm:pt>
    <dgm:pt modelId="{F688347A-1F55-444E-89D0-CAE9CEC9F946}" type="pres">
      <dgm:prSet presAssocID="{DF9A7A8F-49B6-4391-AF3F-AF3844334F4D}" presName="textRect" presStyleLbl="revTx" presStyleIdx="0" presStyleCnt="4" custScaleX="112209">
        <dgm:presLayoutVars>
          <dgm:chMax val="1"/>
          <dgm:chPref val="1"/>
        </dgm:presLayoutVars>
      </dgm:prSet>
      <dgm:spPr/>
    </dgm:pt>
    <dgm:pt modelId="{D53842C8-4E5E-42E1-AC76-404CDAFBBEEC}" type="pres">
      <dgm:prSet presAssocID="{288D785C-0F6A-4F58-AA09-45B4221C5E8C}" presName="sibTrans" presStyleCnt="0"/>
      <dgm:spPr/>
    </dgm:pt>
    <dgm:pt modelId="{15529DE8-87FC-42A2-97C6-71469109FDFA}" type="pres">
      <dgm:prSet presAssocID="{07F8A94D-042C-4436-A9BF-FD90810A06E9}" presName="compNode" presStyleCnt="0"/>
      <dgm:spPr/>
    </dgm:pt>
    <dgm:pt modelId="{B8B1FA53-A595-4126-9164-954D6B27A4E1}" type="pres">
      <dgm:prSet presAssocID="{07F8A94D-042C-4436-A9BF-FD90810A06E9}" presName="iconBgRect" presStyleLbl="bgShp" presStyleIdx="1" presStyleCnt="4"/>
      <dgm:spPr/>
    </dgm:pt>
    <dgm:pt modelId="{9850E25F-C9F1-49ED-AC88-781E17F618E5}" type="pres">
      <dgm:prSet presAssocID="{07F8A94D-042C-4436-A9BF-FD90810A06E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aškrtnutí"/>
        </a:ext>
      </dgm:extLst>
    </dgm:pt>
    <dgm:pt modelId="{509F3AB6-5006-4817-9FB9-E5C6C92ADD5A}" type="pres">
      <dgm:prSet presAssocID="{07F8A94D-042C-4436-A9BF-FD90810A06E9}" presName="spaceRect" presStyleCnt="0"/>
      <dgm:spPr/>
    </dgm:pt>
    <dgm:pt modelId="{3C10EDDD-16B6-4554-8E49-E986854F8DA3}" type="pres">
      <dgm:prSet presAssocID="{07F8A94D-042C-4436-A9BF-FD90810A06E9}" presName="textRect" presStyleLbl="revTx" presStyleIdx="1" presStyleCnt="4">
        <dgm:presLayoutVars>
          <dgm:chMax val="1"/>
          <dgm:chPref val="1"/>
        </dgm:presLayoutVars>
      </dgm:prSet>
      <dgm:spPr/>
    </dgm:pt>
    <dgm:pt modelId="{ECAFDD45-67DE-46EB-936B-AED6690D6CD4}" type="pres">
      <dgm:prSet presAssocID="{8B9ED895-920A-4979-97BC-F4B9CC0B6874}" presName="sibTrans" presStyleCnt="0"/>
      <dgm:spPr/>
    </dgm:pt>
    <dgm:pt modelId="{F3180210-60D5-4BA7-9A71-C08B61865555}" type="pres">
      <dgm:prSet presAssocID="{797A3032-22F2-4159-8335-4C16D6E547FB}" presName="compNode" presStyleCnt="0"/>
      <dgm:spPr/>
    </dgm:pt>
    <dgm:pt modelId="{98778208-DC8D-42EC-B375-DECB42DCBE41}" type="pres">
      <dgm:prSet presAssocID="{797A3032-22F2-4159-8335-4C16D6E547FB}" presName="iconBgRect" presStyleLbl="bgShp" presStyleIdx="2" presStyleCnt="4"/>
      <dgm:spPr/>
    </dgm:pt>
    <dgm:pt modelId="{10FD18A1-6FED-4670-B6FD-8389B066056C}" type="pres">
      <dgm:prSet presAssocID="{797A3032-22F2-4159-8335-4C16D6E547F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zubená kola"/>
        </a:ext>
      </dgm:extLst>
    </dgm:pt>
    <dgm:pt modelId="{3A380F2C-FEB4-4AA3-80D6-5840399354C7}" type="pres">
      <dgm:prSet presAssocID="{797A3032-22F2-4159-8335-4C16D6E547FB}" presName="spaceRect" presStyleCnt="0"/>
      <dgm:spPr/>
    </dgm:pt>
    <dgm:pt modelId="{5482BB45-E62C-4DF9-8384-AFC0D624D73A}" type="pres">
      <dgm:prSet presAssocID="{797A3032-22F2-4159-8335-4C16D6E547FB}" presName="textRect" presStyleLbl="revTx" presStyleIdx="2" presStyleCnt="4">
        <dgm:presLayoutVars>
          <dgm:chMax val="1"/>
          <dgm:chPref val="1"/>
        </dgm:presLayoutVars>
      </dgm:prSet>
      <dgm:spPr/>
    </dgm:pt>
    <dgm:pt modelId="{DBFC4BF0-3217-4D35-8076-3E60A3535537}" type="pres">
      <dgm:prSet presAssocID="{EC931574-133C-4599-B90D-E461D6194DD1}" presName="sibTrans" presStyleCnt="0"/>
      <dgm:spPr/>
    </dgm:pt>
    <dgm:pt modelId="{DB43ACCB-76E0-4327-B672-6E28E36A643E}" type="pres">
      <dgm:prSet presAssocID="{0D5964EE-0C6C-4C6B-8FF5-6903E6F2B386}" presName="compNode" presStyleCnt="0"/>
      <dgm:spPr/>
    </dgm:pt>
    <dgm:pt modelId="{3C78BE1D-C1EF-4BDF-AF59-E76E561E8925}" type="pres">
      <dgm:prSet presAssocID="{0D5964EE-0C6C-4C6B-8FF5-6903E6F2B386}" presName="iconBgRect" presStyleLbl="bgShp" presStyleIdx="3" presStyleCnt="4"/>
      <dgm:spPr/>
    </dgm:pt>
    <dgm:pt modelId="{A07C062F-57FC-4A7F-9C68-4A0ABAA0D286}" type="pres">
      <dgm:prSet presAssocID="{0D5964EE-0C6C-4C6B-8FF5-6903E6F2B38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keta"/>
        </a:ext>
      </dgm:extLst>
    </dgm:pt>
    <dgm:pt modelId="{6EAF0391-7765-4E5A-B30D-7AEAFB78DBB6}" type="pres">
      <dgm:prSet presAssocID="{0D5964EE-0C6C-4C6B-8FF5-6903E6F2B386}" presName="spaceRect" presStyleCnt="0"/>
      <dgm:spPr/>
    </dgm:pt>
    <dgm:pt modelId="{8CED87BF-E857-4FB6-888D-389DFAB9360D}" type="pres">
      <dgm:prSet presAssocID="{0D5964EE-0C6C-4C6B-8FF5-6903E6F2B38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FDDCE14-8CA6-48A9-B4DB-D19A056A57FB}" type="presOf" srcId="{EC31DE0C-79A6-4531-B24E-5E509D24ED3E}" destId="{EC2E435A-0036-44D0-9538-ADFD68CEEB8F}" srcOrd="0" destOrd="0" presId="urn:microsoft.com/office/officeart/2018/5/layout/IconCircleLabelList"/>
    <dgm:cxn modelId="{11DD2762-057D-43FE-9569-43556C244BE2}" srcId="{EC31DE0C-79A6-4531-B24E-5E509D24ED3E}" destId="{07F8A94D-042C-4436-A9BF-FD90810A06E9}" srcOrd="1" destOrd="0" parTransId="{DF7F5710-5A13-402B-963F-C24E4F7739B9}" sibTransId="{8B9ED895-920A-4979-97BC-F4B9CC0B6874}"/>
    <dgm:cxn modelId="{FB00B75A-4991-41AE-A33B-4C71A1624213}" type="presOf" srcId="{797A3032-22F2-4159-8335-4C16D6E547FB}" destId="{5482BB45-E62C-4DF9-8384-AFC0D624D73A}" srcOrd="0" destOrd="0" presId="urn:microsoft.com/office/officeart/2018/5/layout/IconCircleLabelList"/>
    <dgm:cxn modelId="{7E5DC182-94F8-45E8-8231-5B3A98DF4601}" type="presOf" srcId="{0D5964EE-0C6C-4C6B-8FF5-6903E6F2B386}" destId="{8CED87BF-E857-4FB6-888D-389DFAB9360D}" srcOrd="0" destOrd="0" presId="urn:microsoft.com/office/officeart/2018/5/layout/IconCircleLabelList"/>
    <dgm:cxn modelId="{24FBD4B2-6292-4148-B71D-98C9CA746F89}" srcId="{EC31DE0C-79A6-4531-B24E-5E509D24ED3E}" destId="{797A3032-22F2-4159-8335-4C16D6E547FB}" srcOrd="2" destOrd="0" parTransId="{E73034C6-5012-423C-AFBB-6BF15CFF19B8}" sibTransId="{EC931574-133C-4599-B90D-E461D6194DD1}"/>
    <dgm:cxn modelId="{F61620BA-EE57-45C0-A872-1BA9C0E1902A}" type="presOf" srcId="{DF9A7A8F-49B6-4391-AF3F-AF3844334F4D}" destId="{F688347A-1F55-444E-89D0-CAE9CEC9F946}" srcOrd="0" destOrd="0" presId="urn:microsoft.com/office/officeart/2018/5/layout/IconCircleLabelList"/>
    <dgm:cxn modelId="{F3BAD6C2-D5FA-4DF8-97BE-17F9D3B68C5A}" srcId="{EC31DE0C-79A6-4531-B24E-5E509D24ED3E}" destId="{0D5964EE-0C6C-4C6B-8FF5-6903E6F2B386}" srcOrd="3" destOrd="0" parTransId="{8874EDA9-249A-4B58-8213-89736D5CC40D}" sibTransId="{60045894-193C-4F12-9BDD-6B7FEB2E3AF5}"/>
    <dgm:cxn modelId="{3FCBB0C5-1299-4C50-B188-3B64B3FA8FFC}" srcId="{EC31DE0C-79A6-4531-B24E-5E509D24ED3E}" destId="{DF9A7A8F-49B6-4391-AF3F-AF3844334F4D}" srcOrd="0" destOrd="0" parTransId="{EA8EB1D8-7D67-45A5-9972-4447F5C64629}" sibTransId="{288D785C-0F6A-4F58-AA09-45B4221C5E8C}"/>
    <dgm:cxn modelId="{1EE52BFC-19BA-4246-B66E-7DAABE6D4CF4}" type="presOf" srcId="{07F8A94D-042C-4436-A9BF-FD90810A06E9}" destId="{3C10EDDD-16B6-4554-8E49-E986854F8DA3}" srcOrd="0" destOrd="0" presId="urn:microsoft.com/office/officeart/2018/5/layout/IconCircleLabelList"/>
    <dgm:cxn modelId="{76ED29C1-7219-46D7-A38A-6836E1E50FDA}" type="presParOf" srcId="{EC2E435A-0036-44D0-9538-ADFD68CEEB8F}" destId="{9F6623B7-51B5-4640-BC21-CA175DC123E1}" srcOrd="0" destOrd="0" presId="urn:microsoft.com/office/officeart/2018/5/layout/IconCircleLabelList"/>
    <dgm:cxn modelId="{FCFEE9E7-C9E0-43F1-9332-FB1529F6E6A6}" type="presParOf" srcId="{9F6623B7-51B5-4640-BC21-CA175DC123E1}" destId="{A6CEBB1C-47A4-49A4-B9E8-A8404855BBDE}" srcOrd="0" destOrd="0" presId="urn:microsoft.com/office/officeart/2018/5/layout/IconCircleLabelList"/>
    <dgm:cxn modelId="{6D8EABC7-19A5-495C-9898-4CE5AAF8C911}" type="presParOf" srcId="{9F6623B7-51B5-4640-BC21-CA175DC123E1}" destId="{8ADF912D-AC25-4454-8471-3178B9C1B752}" srcOrd="1" destOrd="0" presId="urn:microsoft.com/office/officeart/2018/5/layout/IconCircleLabelList"/>
    <dgm:cxn modelId="{1FC0DE9A-7152-4D80-9B6B-1FD3AB82F1A4}" type="presParOf" srcId="{9F6623B7-51B5-4640-BC21-CA175DC123E1}" destId="{AC8E3FAB-AFC2-4ED7-B993-1A1961DCE46E}" srcOrd="2" destOrd="0" presId="urn:microsoft.com/office/officeart/2018/5/layout/IconCircleLabelList"/>
    <dgm:cxn modelId="{6AF773A9-5D3C-4715-9B3D-10C4DB6E698B}" type="presParOf" srcId="{9F6623B7-51B5-4640-BC21-CA175DC123E1}" destId="{F688347A-1F55-444E-89D0-CAE9CEC9F946}" srcOrd="3" destOrd="0" presId="urn:microsoft.com/office/officeart/2018/5/layout/IconCircleLabelList"/>
    <dgm:cxn modelId="{F847C07F-3DEC-4AE7-A352-706AC070AB18}" type="presParOf" srcId="{EC2E435A-0036-44D0-9538-ADFD68CEEB8F}" destId="{D53842C8-4E5E-42E1-AC76-404CDAFBBEEC}" srcOrd="1" destOrd="0" presId="urn:microsoft.com/office/officeart/2018/5/layout/IconCircleLabelList"/>
    <dgm:cxn modelId="{81AC82C7-2352-47C9-A33D-5AA6057F235E}" type="presParOf" srcId="{EC2E435A-0036-44D0-9538-ADFD68CEEB8F}" destId="{15529DE8-87FC-42A2-97C6-71469109FDFA}" srcOrd="2" destOrd="0" presId="urn:microsoft.com/office/officeart/2018/5/layout/IconCircleLabelList"/>
    <dgm:cxn modelId="{9E6EB65F-784B-44F0-9F61-6CB2E19CD06F}" type="presParOf" srcId="{15529DE8-87FC-42A2-97C6-71469109FDFA}" destId="{B8B1FA53-A595-4126-9164-954D6B27A4E1}" srcOrd="0" destOrd="0" presId="urn:microsoft.com/office/officeart/2018/5/layout/IconCircleLabelList"/>
    <dgm:cxn modelId="{E1029E0E-89EF-4AB3-9BD7-FEE921ED91BD}" type="presParOf" srcId="{15529DE8-87FC-42A2-97C6-71469109FDFA}" destId="{9850E25F-C9F1-49ED-AC88-781E17F618E5}" srcOrd="1" destOrd="0" presId="urn:microsoft.com/office/officeart/2018/5/layout/IconCircleLabelList"/>
    <dgm:cxn modelId="{B22EAE70-AB68-4B7E-A005-EF5687D3B8C2}" type="presParOf" srcId="{15529DE8-87FC-42A2-97C6-71469109FDFA}" destId="{509F3AB6-5006-4817-9FB9-E5C6C92ADD5A}" srcOrd="2" destOrd="0" presId="urn:microsoft.com/office/officeart/2018/5/layout/IconCircleLabelList"/>
    <dgm:cxn modelId="{B659430F-E4A9-45D2-B532-0FD313486344}" type="presParOf" srcId="{15529DE8-87FC-42A2-97C6-71469109FDFA}" destId="{3C10EDDD-16B6-4554-8E49-E986854F8DA3}" srcOrd="3" destOrd="0" presId="urn:microsoft.com/office/officeart/2018/5/layout/IconCircleLabelList"/>
    <dgm:cxn modelId="{93400356-3A6C-48FE-AFF7-8E56907D69F0}" type="presParOf" srcId="{EC2E435A-0036-44D0-9538-ADFD68CEEB8F}" destId="{ECAFDD45-67DE-46EB-936B-AED6690D6CD4}" srcOrd="3" destOrd="0" presId="urn:microsoft.com/office/officeart/2018/5/layout/IconCircleLabelList"/>
    <dgm:cxn modelId="{77246A99-86DA-41FC-9996-B82E019A8514}" type="presParOf" srcId="{EC2E435A-0036-44D0-9538-ADFD68CEEB8F}" destId="{F3180210-60D5-4BA7-9A71-C08B61865555}" srcOrd="4" destOrd="0" presId="urn:microsoft.com/office/officeart/2018/5/layout/IconCircleLabelList"/>
    <dgm:cxn modelId="{BD5BC3C0-5F3A-4B27-8568-525AF0AF8FFA}" type="presParOf" srcId="{F3180210-60D5-4BA7-9A71-C08B61865555}" destId="{98778208-DC8D-42EC-B375-DECB42DCBE41}" srcOrd="0" destOrd="0" presId="urn:microsoft.com/office/officeart/2018/5/layout/IconCircleLabelList"/>
    <dgm:cxn modelId="{1E39C114-11F3-4522-BADC-1D9AF47568F6}" type="presParOf" srcId="{F3180210-60D5-4BA7-9A71-C08B61865555}" destId="{10FD18A1-6FED-4670-B6FD-8389B066056C}" srcOrd="1" destOrd="0" presId="urn:microsoft.com/office/officeart/2018/5/layout/IconCircleLabelList"/>
    <dgm:cxn modelId="{C12946C0-007E-4F53-A2D8-48088FF779E9}" type="presParOf" srcId="{F3180210-60D5-4BA7-9A71-C08B61865555}" destId="{3A380F2C-FEB4-4AA3-80D6-5840399354C7}" srcOrd="2" destOrd="0" presId="urn:microsoft.com/office/officeart/2018/5/layout/IconCircleLabelList"/>
    <dgm:cxn modelId="{06C9079C-BC53-404A-931F-670949DB3563}" type="presParOf" srcId="{F3180210-60D5-4BA7-9A71-C08B61865555}" destId="{5482BB45-E62C-4DF9-8384-AFC0D624D73A}" srcOrd="3" destOrd="0" presId="urn:microsoft.com/office/officeart/2018/5/layout/IconCircleLabelList"/>
    <dgm:cxn modelId="{2474C159-C6DA-42D5-8FFF-85FD3F456BA1}" type="presParOf" srcId="{EC2E435A-0036-44D0-9538-ADFD68CEEB8F}" destId="{DBFC4BF0-3217-4D35-8076-3E60A3535537}" srcOrd="5" destOrd="0" presId="urn:microsoft.com/office/officeart/2018/5/layout/IconCircleLabelList"/>
    <dgm:cxn modelId="{61864C1B-9DC5-419F-945F-18286CE414B4}" type="presParOf" srcId="{EC2E435A-0036-44D0-9538-ADFD68CEEB8F}" destId="{DB43ACCB-76E0-4327-B672-6E28E36A643E}" srcOrd="6" destOrd="0" presId="urn:microsoft.com/office/officeart/2018/5/layout/IconCircleLabelList"/>
    <dgm:cxn modelId="{E5E2F290-2AF1-4386-89EE-B30E0666AEF8}" type="presParOf" srcId="{DB43ACCB-76E0-4327-B672-6E28E36A643E}" destId="{3C78BE1D-C1EF-4BDF-AF59-E76E561E8925}" srcOrd="0" destOrd="0" presId="urn:microsoft.com/office/officeart/2018/5/layout/IconCircleLabelList"/>
    <dgm:cxn modelId="{8DE7800A-6D81-451A-9A7F-E006EB28438A}" type="presParOf" srcId="{DB43ACCB-76E0-4327-B672-6E28E36A643E}" destId="{A07C062F-57FC-4A7F-9C68-4A0ABAA0D286}" srcOrd="1" destOrd="0" presId="urn:microsoft.com/office/officeart/2018/5/layout/IconCircleLabelList"/>
    <dgm:cxn modelId="{081ABF9D-3799-49E6-BF7F-DDC3D713C797}" type="presParOf" srcId="{DB43ACCB-76E0-4327-B672-6E28E36A643E}" destId="{6EAF0391-7765-4E5A-B30D-7AEAFB78DBB6}" srcOrd="2" destOrd="0" presId="urn:microsoft.com/office/officeart/2018/5/layout/IconCircleLabelList"/>
    <dgm:cxn modelId="{B6AC6FD7-0E5A-4EBC-849C-8AE990DE3858}" type="presParOf" srcId="{DB43ACCB-76E0-4327-B672-6E28E36A643E}" destId="{8CED87BF-E857-4FB6-888D-389DFAB9360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44E3F7-19DF-472B-93A9-983666F5CE33}">
      <dsp:nvSpPr>
        <dsp:cNvPr id="0" name=""/>
        <dsp:cNvSpPr/>
      </dsp:nvSpPr>
      <dsp:spPr>
        <a:xfrm>
          <a:off x="350684" y="718900"/>
          <a:ext cx="1081916" cy="108191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8F63DF-1905-4918-B289-085424A100BD}">
      <dsp:nvSpPr>
        <dsp:cNvPr id="0" name=""/>
        <dsp:cNvSpPr/>
      </dsp:nvSpPr>
      <dsp:spPr>
        <a:xfrm>
          <a:off x="581257" y="949472"/>
          <a:ext cx="620771" cy="6207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7D782A-ACD7-4688-BC28-05BE1A374BAE}">
      <dsp:nvSpPr>
        <dsp:cNvPr id="0" name=""/>
        <dsp:cNvSpPr/>
      </dsp:nvSpPr>
      <dsp:spPr>
        <a:xfrm>
          <a:off x="4826" y="2137806"/>
          <a:ext cx="1773632" cy="70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500" kern="1200" dirty="0"/>
            <a:t>Seznámení s projektem</a:t>
          </a:r>
          <a:endParaRPr lang="en-US" sz="1500" kern="1200" dirty="0"/>
        </a:p>
      </dsp:txBody>
      <dsp:txXfrm>
        <a:off x="4826" y="2137806"/>
        <a:ext cx="1773632" cy="709453"/>
      </dsp:txXfrm>
    </dsp:sp>
    <dsp:sp modelId="{905080A0-6D54-4092-B734-BA7F71810116}">
      <dsp:nvSpPr>
        <dsp:cNvPr id="0" name=""/>
        <dsp:cNvSpPr/>
      </dsp:nvSpPr>
      <dsp:spPr>
        <a:xfrm>
          <a:off x="2434703" y="718900"/>
          <a:ext cx="1081916" cy="108191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AB1F4C-D4C4-45E4-BC8D-19BA36B2A8C3}">
      <dsp:nvSpPr>
        <dsp:cNvPr id="0" name=""/>
        <dsp:cNvSpPr/>
      </dsp:nvSpPr>
      <dsp:spPr>
        <a:xfrm>
          <a:off x="2665275" y="949472"/>
          <a:ext cx="620771" cy="6207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B4CFB2-B144-4A13-8EEF-432BD1DE4137}">
      <dsp:nvSpPr>
        <dsp:cNvPr id="0" name=""/>
        <dsp:cNvSpPr/>
      </dsp:nvSpPr>
      <dsp:spPr>
        <a:xfrm>
          <a:off x="2088845" y="2137806"/>
          <a:ext cx="1773632" cy="70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500" kern="1200" dirty="0"/>
            <a:t>Inspirace</a:t>
          </a:r>
          <a:endParaRPr lang="en-US" sz="1500" kern="1200" dirty="0"/>
        </a:p>
      </dsp:txBody>
      <dsp:txXfrm>
        <a:off x="2088845" y="2137806"/>
        <a:ext cx="1773632" cy="709453"/>
      </dsp:txXfrm>
    </dsp:sp>
    <dsp:sp modelId="{069216C8-E525-40F8-85B4-34253518514A}">
      <dsp:nvSpPr>
        <dsp:cNvPr id="0" name=""/>
        <dsp:cNvSpPr/>
      </dsp:nvSpPr>
      <dsp:spPr>
        <a:xfrm>
          <a:off x="4518721" y="718900"/>
          <a:ext cx="1081916" cy="108191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5D5194-D8ED-4170-A24D-3CA8295D89C9}">
      <dsp:nvSpPr>
        <dsp:cNvPr id="0" name=""/>
        <dsp:cNvSpPr/>
      </dsp:nvSpPr>
      <dsp:spPr>
        <a:xfrm>
          <a:off x="4749294" y="949472"/>
          <a:ext cx="620771" cy="6207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020555-CD30-4248-B83C-00E8E5372594}">
      <dsp:nvSpPr>
        <dsp:cNvPr id="0" name=""/>
        <dsp:cNvSpPr/>
      </dsp:nvSpPr>
      <dsp:spPr>
        <a:xfrm>
          <a:off x="4172863" y="2137806"/>
          <a:ext cx="1773632" cy="70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500" kern="1200" dirty="0"/>
            <a:t>Technologie využité k projektu</a:t>
          </a:r>
          <a:endParaRPr lang="en-US" sz="1500" kern="1200" dirty="0"/>
        </a:p>
      </dsp:txBody>
      <dsp:txXfrm>
        <a:off x="4172863" y="2137806"/>
        <a:ext cx="1773632" cy="709453"/>
      </dsp:txXfrm>
    </dsp:sp>
    <dsp:sp modelId="{931A8BA1-F040-4C48-A685-5BAD18CA2B4E}">
      <dsp:nvSpPr>
        <dsp:cNvPr id="0" name=""/>
        <dsp:cNvSpPr/>
      </dsp:nvSpPr>
      <dsp:spPr>
        <a:xfrm>
          <a:off x="6602740" y="718900"/>
          <a:ext cx="1081916" cy="108191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2AD0DF-976E-44E9-AA6B-7D75BD59E02D}">
      <dsp:nvSpPr>
        <dsp:cNvPr id="0" name=""/>
        <dsp:cNvSpPr/>
      </dsp:nvSpPr>
      <dsp:spPr>
        <a:xfrm>
          <a:off x="6833312" y="949472"/>
          <a:ext cx="620771" cy="6207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708B92-E1BD-4EFC-B874-EBF5509837FC}">
      <dsp:nvSpPr>
        <dsp:cNvPr id="0" name=""/>
        <dsp:cNvSpPr/>
      </dsp:nvSpPr>
      <dsp:spPr>
        <a:xfrm>
          <a:off x="6256882" y="2137806"/>
          <a:ext cx="1773632" cy="70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endParaRPr lang="cs-CZ" sz="1500" kern="1200"/>
        </a:p>
      </dsp:txBody>
      <dsp:txXfrm>
        <a:off x="6256882" y="2137806"/>
        <a:ext cx="1773632" cy="709453"/>
      </dsp:txXfrm>
    </dsp:sp>
    <dsp:sp modelId="{C9CB2710-06CF-4761-8B97-B2F1FFA6FCD2}">
      <dsp:nvSpPr>
        <dsp:cNvPr id="0" name=""/>
        <dsp:cNvSpPr/>
      </dsp:nvSpPr>
      <dsp:spPr>
        <a:xfrm>
          <a:off x="8686759" y="718900"/>
          <a:ext cx="1081916" cy="108191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DA0F27-EB0C-4B34-B981-98722F7F91A6}">
      <dsp:nvSpPr>
        <dsp:cNvPr id="0" name=""/>
        <dsp:cNvSpPr/>
      </dsp:nvSpPr>
      <dsp:spPr>
        <a:xfrm>
          <a:off x="8917331" y="949472"/>
          <a:ext cx="620771" cy="62077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3FF68B-54B4-4B07-84F3-B105A8123E1B}">
      <dsp:nvSpPr>
        <dsp:cNvPr id="0" name=""/>
        <dsp:cNvSpPr/>
      </dsp:nvSpPr>
      <dsp:spPr>
        <a:xfrm>
          <a:off x="8340900" y="2137806"/>
          <a:ext cx="1773632" cy="70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500" kern="1200" dirty="0"/>
            <a:t>Ukázka webu</a:t>
          </a:r>
          <a:endParaRPr lang="en-US" sz="1500" kern="1200" dirty="0"/>
        </a:p>
      </dsp:txBody>
      <dsp:txXfrm>
        <a:off x="8340900" y="2137806"/>
        <a:ext cx="1773632" cy="70945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CEBB1C-47A4-49A4-B9E8-A8404855BBDE}">
      <dsp:nvSpPr>
        <dsp:cNvPr id="0" name=""/>
        <dsp:cNvSpPr/>
      </dsp:nvSpPr>
      <dsp:spPr>
        <a:xfrm>
          <a:off x="800671" y="587838"/>
          <a:ext cx="1256587" cy="12565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DF912D-AC25-4454-8471-3178B9C1B752}">
      <dsp:nvSpPr>
        <dsp:cNvPr id="0" name=""/>
        <dsp:cNvSpPr/>
      </dsp:nvSpPr>
      <dsp:spPr>
        <a:xfrm>
          <a:off x="1068468" y="855635"/>
          <a:ext cx="720993" cy="7209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88347A-1F55-444E-89D0-CAE9CEC9F946}">
      <dsp:nvSpPr>
        <dsp:cNvPr id="0" name=""/>
        <dsp:cNvSpPr/>
      </dsp:nvSpPr>
      <dsp:spPr>
        <a:xfrm>
          <a:off x="273223" y="2235822"/>
          <a:ext cx="2311482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600" kern="1200" dirty="0"/>
            <a:t>Dokončení projektu Do Funkční verze</a:t>
          </a:r>
          <a:endParaRPr lang="en-US" sz="1600" kern="1200" dirty="0"/>
        </a:p>
      </dsp:txBody>
      <dsp:txXfrm>
        <a:off x="273223" y="2235822"/>
        <a:ext cx="2311482" cy="742500"/>
      </dsp:txXfrm>
    </dsp:sp>
    <dsp:sp modelId="{B8B1FA53-A595-4126-9164-954D6B27A4E1}">
      <dsp:nvSpPr>
        <dsp:cNvPr id="0" name=""/>
        <dsp:cNvSpPr/>
      </dsp:nvSpPr>
      <dsp:spPr>
        <a:xfrm>
          <a:off x="3346899" y="587838"/>
          <a:ext cx="1256587" cy="12565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50E25F-C9F1-49ED-AC88-781E17F618E5}">
      <dsp:nvSpPr>
        <dsp:cNvPr id="0" name=""/>
        <dsp:cNvSpPr/>
      </dsp:nvSpPr>
      <dsp:spPr>
        <a:xfrm>
          <a:off x="3614696" y="855635"/>
          <a:ext cx="720993" cy="7209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10EDDD-16B6-4554-8E49-E986854F8DA3}">
      <dsp:nvSpPr>
        <dsp:cNvPr id="0" name=""/>
        <dsp:cNvSpPr/>
      </dsp:nvSpPr>
      <dsp:spPr>
        <a:xfrm>
          <a:off x="2945203" y="2235822"/>
          <a:ext cx="2059980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500" kern="1200" dirty="0"/>
            <a:t>Zlepšení vizuální stránky</a:t>
          </a:r>
          <a:endParaRPr lang="en-US" sz="1500" kern="1200" dirty="0"/>
        </a:p>
      </dsp:txBody>
      <dsp:txXfrm>
        <a:off x="2945203" y="2235822"/>
        <a:ext cx="2059980" cy="742500"/>
      </dsp:txXfrm>
    </dsp:sp>
    <dsp:sp modelId="{98778208-DC8D-42EC-B375-DECB42DCBE41}">
      <dsp:nvSpPr>
        <dsp:cNvPr id="0" name=""/>
        <dsp:cNvSpPr/>
      </dsp:nvSpPr>
      <dsp:spPr>
        <a:xfrm>
          <a:off x="5767375" y="587838"/>
          <a:ext cx="1256587" cy="125658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FD18A1-6FED-4670-B6FD-8389B066056C}">
      <dsp:nvSpPr>
        <dsp:cNvPr id="0" name=""/>
        <dsp:cNvSpPr/>
      </dsp:nvSpPr>
      <dsp:spPr>
        <a:xfrm>
          <a:off x="6035173" y="855635"/>
          <a:ext cx="720993" cy="7209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82BB45-E62C-4DF9-8384-AFC0D624D73A}">
      <dsp:nvSpPr>
        <dsp:cNvPr id="0" name=""/>
        <dsp:cNvSpPr/>
      </dsp:nvSpPr>
      <dsp:spPr>
        <a:xfrm>
          <a:off x="5365679" y="2235822"/>
          <a:ext cx="2059980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500" kern="1200" dirty="0"/>
            <a:t>Optimalizace webu a Studijních materiálů</a:t>
          </a:r>
          <a:endParaRPr lang="en-US" sz="1500" kern="1200" dirty="0"/>
        </a:p>
      </dsp:txBody>
      <dsp:txXfrm>
        <a:off x="5365679" y="2235822"/>
        <a:ext cx="2059980" cy="742500"/>
      </dsp:txXfrm>
    </dsp:sp>
    <dsp:sp modelId="{3C78BE1D-C1EF-4BDF-AF59-E76E561E8925}">
      <dsp:nvSpPr>
        <dsp:cNvPr id="0" name=""/>
        <dsp:cNvSpPr/>
      </dsp:nvSpPr>
      <dsp:spPr>
        <a:xfrm>
          <a:off x="8187852" y="587838"/>
          <a:ext cx="1256587" cy="125658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7C062F-57FC-4A7F-9C68-4A0ABAA0D286}">
      <dsp:nvSpPr>
        <dsp:cNvPr id="0" name=""/>
        <dsp:cNvSpPr/>
      </dsp:nvSpPr>
      <dsp:spPr>
        <a:xfrm>
          <a:off x="8455649" y="855635"/>
          <a:ext cx="720993" cy="7209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ED87BF-E857-4FB6-888D-389DFAB9360D}">
      <dsp:nvSpPr>
        <dsp:cNvPr id="0" name=""/>
        <dsp:cNvSpPr/>
      </dsp:nvSpPr>
      <dsp:spPr>
        <a:xfrm>
          <a:off x="7786156" y="2235822"/>
          <a:ext cx="2059980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500" kern="1200" dirty="0"/>
            <a:t>Sledování průběhu při učení </a:t>
          </a:r>
          <a:endParaRPr lang="en-US" sz="1500" kern="1200" dirty="0"/>
        </a:p>
      </dsp:txBody>
      <dsp:txXfrm>
        <a:off x="7786156" y="2235822"/>
        <a:ext cx="2059980" cy="742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BB8573-0EBF-43FE-876B-23B34C3FD9B6}" type="datetimeFigureOut">
              <a:rPr lang="cs-CZ" smtClean="0"/>
              <a:t>20.01.2026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38B317-83A0-4C31-A2AD-0472E21E257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25252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38B317-83A0-4C31-A2AD-0472E21E2577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66950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27219-100C-43DD-865A-6C3632DA6239}" type="datetimeFigureOut">
              <a:rPr lang="cs-CZ" smtClean="0"/>
              <a:t>20.01.2026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B6736-10C9-479B-BA2F-BBDF16FB10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82363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27219-100C-43DD-865A-6C3632DA6239}" type="datetimeFigureOut">
              <a:rPr lang="cs-CZ" smtClean="0"/>
              <a:t>20.01.2026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B6736-10C9-479B-BA2F-BBDF16FB10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77235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27219-100C-43DD-865A-6C3632DA6239}" type="datetimeFigureOut">
              <a:rPr lang="cs-CZ" smtClean="0"/>
              <a:t>20.01.2026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B6736-10C9-479B-BA2F-BBDF16FB10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21722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27219-100C-43DD-865A-6C3632DA6239}" type="datetimeFigureOut">
              <a:rPr lang="cs-CZ" smtClean="0"/>
              <a:t>20.01.2026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B6736-10C9-479B-BA2F-BBDF16FB10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78952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27219-100C-43DD-865A-6C3632DA6239}" type="datetimeFigureOut">
              <a:rPr lang="cs-CZ" smtClean="0"/>
              <a:t>20.01.2026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B6736-10C9-479B-BA2F-BBDF16FB10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57383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27219-100C-43DD-865A-6C3632DA6239}" type="datetimeFigureOut">
              <a:rPr lang="cs-CZ" smtClean="0"/>
              <a:t>20.01.2026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B6736-10C9-479B-BA2F-BBDF16FB10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56149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27219-100C-43DD-865A-6C3632DA6239}" type="datetimeFigureOut">
              <a:rPr lang="cs-CZ" smtClean="0"/>
              <a:t>20.01.2026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B6736-10C9-479B-BA2F-BBDF16FB10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25796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27219-100C-43DD-865A-6C3632DA6239}" type="datetimeFigureOut">
              <a:rPr lang="cs-CZ" smtClean="0"/>
              <a:t>20.01.2026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B6736-10C9-479B-BA2F-BBDF16FB10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56857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27219-100C-43DD-865A-6C3632DA6239}" type="datetimeFigureOut">
              <a:rPr lang="cs-CZ" smtClean="0"/>
              <a:t>20.01.2026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B6736-10C9-479B-BA2F-BBDF16FB10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48336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27219-100C-43DD-865A-6C3632DA6239}" type="datetimeFigureOut">
              <a:rPr lang="cs-CZ" smtClean="0"/>
              <a:t>20.01.2026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B6736-10C9-479B-BA2F-BBDF16FB10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065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27219-100C-43DD-865A-6C3632DA6239}" type="datetimeFigureOut">
              <a:rPr lang="cs-CZ" smtClean="0"/>
              <a:t>20.01.2026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B6736-10C9-479B-BA2F-BBDF16FB10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5605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CB27219-100C-43DD-865A-6C3632DA6239}" type="datetimeFigureOut">
              <a:rPr lang="cs-CZ" smtClean="0"/>
              <a:t>20.01.2026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85AB6736-10C9-479B-BA2F-BBDF16FB10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428539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78A520F3-3E4F-F204-0202-9684FB88E3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5729" y="1764407"/>
            <a:ext cx="5760846" cy="2310312"/>
          </a:xfrm>
        </p:spPr>
        <p:txBody>
          <a:bodyPr>
            <a:normAutofit/>
          </a:bodyPr>
          <a:lstStyle/>
          <a:p>
            <a:r>
              <a:rPr lang="cs-CZ" sz="5200" dirty="0">
                <a:solidFill>
                  <a:schemeClr val="tx2"/>
                </a:solidFill>
              </a:rPr>
              <a:t>Nauč se víc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2EB2F526-7074-6157-C426-2E1DF4DECC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5729" y="4165152"/>
            <a:ext cx="5760846" cy="682079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chemeClr val="tx2"/>
                </a:solidFill>
              </a:rPr>
              <a:t>Filip Elznic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0C45E5EA-FC7F-F84F-3E24-37ECFE230B1A}"/>
              </a:ext>
            </a:extLst>
          </p:cNvPr>
          <p:cNvSpPr txBox="1"/>
          <p:nvPr/>
        </p:nvSpPr>
        <p:spPr>
          <a:xfrm>
            <a:off x="8937094" y="6219825"/>
            <a:ext cx="3190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Vedoucí projektu: Bc. Jiří Brož</a:t>
            </a:r>
          </a:p>
        </p:txBody>
      </p:sp>
    </p:spTree>
    <p:extLst>
      <p:ext uri="{BB962C8B-B14F-4D97-AF65-F5344CB8AC3E}">
        <p14:creationId xmlns:p14="http://schemas.microsoft.com/office/powerpoint/2010/main" val="3639126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33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35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0C4108D-BB84-4295-97D4-A258676F4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r>
              <a:rPr lang="cs-CZ" sz="4000">
                <a:solidFill>
                  <a:schemeClr val="tx2"/>
                </a:solidFill>
              </a:rPr>
              <a:t>OBSAH</a:t>
            </a:r>
          </a:p>
        </p:txBody>
      </p:sp>
      <p:grpSp>
        <p:nvGrpSpPr>
          <p:cNvPr id="52" name="Group 37">
            <a:extLst>
              <a:ext uri="{FF2B5EF4-FFF2-40B4-BE49-F238E27FC236}">
                <a16:creationId xmlns:a16="http://schemas.microsoft.com/office/drawing/2014/main" id="{B441F8D5-EBCE-4FB9-91A9-3425971C1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262397" y="134260"/>
            <a:ext cx="3142400" cy="2716805"/>
            <a:chOff x="-305" y="-4155"/>
            <a:chExt cx="2514948" cy="2174333"/>
          </a:xfrm>
        </p:grpSpPr>
        <p:sp>
          <p:nvSpPr>
            <p:cNvPr id="53" name="Freeform: Shape 38">
              <a:extLst>
                <a:ext uri="{FF2B5EF4-FFF2-40B4-BE49-F238E27FC236}">
                  <a16:creationId xmlns:a16="http://schemas.microsoft.com/office/drawing/2014/main" id="{9A5E80E2-35F9-41F3-A2B8-A2F17D956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39">
              <a:extLst>
                <a:ext uri="{FF2B5EF4-FFF2-40B4-BE49-F238E27FC236}">
                  <a16:creationId xmlns:a16="http://schemas.microsoft.com/office/drawing/2014/main" id="{988BDEEE-0C30-49F3-8D05-B062EF890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: Shape 40">
              <a:extLst>
                <a:ext uri="{FF2B5EF4-FFF2-40B4-BE49-F238E27FC236}">
                  <a16:creationId xmlns:a16="http://schemas.microsoft.com/office/drawing/2014/main" id="{F21E0C27-19E6-45DC-B154-493480207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56" name="Freeform: Shape 41">
              <a:extLst>
                <a:ext uri="{FF2B5EF4-FFF2-40B4-BE49-F238E27FC236}">
                  <a16:creationId xmlns:a16="http://schemas.microsoft.com/office/drawing/2014/main" id="{A3A55340-18E0-4A23-B406-BD1221643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7" name="Group 43">
            <a:extLst>
              <a:ext uri="{FF2B5EF4-FFF2-40B4-BE49-F238E27FC236}">
                <a16:creationId xmlns:a16="http://schemas.microsoft.com/office/drawing/2014/main" id="{08701F99-7E4C-4B92-A4B5-307CDFB7A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5047906"/>
            <a:ext cx="2412221" cy="1810094"/>
            <a:chOff x="-305" y="-1"/>
            <a:chExt cx="3832880" cy="2876136"/>
          </a:xfrm>
        </p:grpSpPr>
        <p:sp>
          <p:nvSpPr>
            <p:cNvPr id="58" name="Freeform: Shape 44">
              <a:extLst>
                <a:ext uri="{FF2B5EF4-FFF2-40B4-BE49-F238E27FC236}">
                  <a16:creationId xmlns:a16="http://schemas.microsoft.com/office/drawing/2014/main" id="{441E616B-C319-43C1-9A9C-A2074B2E8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: Shape 45">
              <a:extLst>
                <a:ext uri="{FF2B5EF4-FFF2-40B4-BE49-F238E27FC236}">
                  <a16:creationId xmlns:a16="http://schemas.microsoft.com/office/drawing/2014/main" id="{CC86BD2B-CA73-48DF-9CC8-0152EA6B1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: Shape 46">
              <a:extLst>
                <a:ext uri="{FF2B5EF4-FFF2-40B4-BE49-F238E27FC236}">
                  <a16:creationId xmlns:a16="http://schemas.microsoft.com/office/drawing/2014/main" id="{59C1AA9D-3FCF-4B84-94D1-51F0E1517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47">
              <a:extLst>
                <a:ext uri="{FF2B5EF4-FFF2-40B4-BE49-F238E27FC236}">
                  <a16:creationId xmlns:a16="http://schemas.microsoft.com/office/drawing/2014/main" id="{1D7CE92F-1DE7-4252-A62C-77ACF8C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62" name="Zástupný obsah 2">
            <a:extLst>
              <a:ext uri="{FF2B5EF4-FFF2-40B4-BE49-F238E27FC236}">
                <a16:creationId xmlns:a16="http://schemas.microsoft.com/office/drawing/2014/main" id="{B2924E5D-CA84-3DA8-8030-CA7F2C8792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1881430"/>
              </p:ext>
            </p:extLst>
          </p:nvPr>
        </p:nvGraphicFramePr>
        <p:xfrm>
          <a:off x="1036320" y="2543633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ovéPole 3">
            <a:extLst>
              <a:ext uri="{FF2B5EF4-FFF2-40B4-BE49-F238E27FC236}">
                <a16:creationId xmlns:a16="http://schemas.microsoft.com/office/drawing/2014/main" id="{02BA4D34-126B-0F14-F8E1-1CA88769726E}"/>
              </a:ext>
            </a:extLst>
          </p:cNvPr>
          <p:cNvSpPr txBox="1"/>
          <p:nvPr/>
        </p:nvSpPr>
        <p:spPr>
          <a:xfrm>
            <a:off x="7556500" y="4561496"/>
            <a:ext cx="132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/>
              <a:t>FUNKCE WEBU</a:t>
            </a:r>
          </a:p>
        </p:txBody>
      </p:sp>
    </p:spTree>
    <p:extLst>
      <p:ext uri="{BB962C8B-B14F-4D97-AF65-F5344CB8AC3E}">
        <p14:creationId xmlns:p14="http://schemas.microsoft.com/office/powerpoint/2010/main" val="479114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E9D2312-9A4B-53F3-6A1C-9A6CD48C6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cs-CZ" sz="3600" dirty="0">
                <a:solidFill>
                  <a:schemeClr val="tx2"/>
                </a:solidFill>
              </a:rPr>
              <a:t>Seznámení s projektem</a:t>
            </a:r>
          </a:p>
        </p:txBody>
      </p:sp>
      <p:grpSp>
        <p:nvGrpSpPr>
          <p:cNvPr id="7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527E64C-DE7B-A720-9C1F-55BF8F428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890979"/>
            <a:ext cx="9833548" cy="2693976"/>
          </a:xfrm>
        </p:spPr>
        <p:txBody>
          <a:bodyPr>
            <a:normAutofit/>
          </a:bodyPr>
          <a:lstStyle/>
          <a:p>
            <a:r>
              <a:rPr lang="cs-CZ" sz="1800" dirty="0">
                <a:solidFill>
                  <a:schemeClr val="tx2"/>
                </a:solidFill>
              </a:rPr>
              <a:t>Co to je „Nauč se víc“</a:t>
            </a:r>
          </a:p>
          <a:p>
            <a:r>
              <a:rPr lang="cs-CZ" sz="1800" dirty="0">
                <a:solidFill>
                  <a:schemeClr val="tx2"/>
                </a:solidFill>
              </a:rPr>
              <a:t>Proč jsem si tento projekt vybral</a:t>
            </a:r>
          </a:p>
          <a:p>
            <a:r>
              <a:rPr lang="cs-CZ" sz="1800" dirty="0">
                <a:solidFill>
                  <a:schemeClr val="tx2"/>
                </a:solidFill>
              </a:rPr>
              <a:t>Co je cíl projektu</a:t>
            </a:r>
          </a:p>
        </p:txBody>
      </p:sp>
      <p:grpSp>
        <p:nvGrpSpPr>
          <p:cNvPr id="24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25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59934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3297820-C919-9A1B-3456-B7A13E312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466" y="991261"/>
            <a:ext cx="5754696" cy="1837349"/>
          </a:xfrm>
        </p:spPr>
        <p:txBody>
          <a:bodyPr anchor="b">
            <a:normAutofit/>
          </a:bodyPr>
          <a:lstStyle/>
          <a:p>
            <a:pPr algn="ctr"/>
            <a:r>
              <a:rPr lang="cs-CZ" sz="3600" dirty="0">
                <a:solidFill>
                  <a:schemeClr val="tx2"/>
                </a:solidFill>
              </a:rPr>
              <a:t>Inspirace</a:t>
            </a:r>
          </a:p>
        </p:txBody>
      </p:sp>
      <p:grpSp>
        <p:nvGrpSpPr>
          <p:cNvPr id="6" name="Group 9">
            <a:extLst>
              <a:ext uri="{FF2B5EF4-FFF2-40B4-BE49-F238E27FC236}">
                <a16:creationId xmlns:a16="http://schemas.microsoft.com/office/drawing/2014/main" id="{5C3921CD-DDE5-4B57-8FDF-B37ADE4ED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4CBEDF6-7B5F-471F-AF99-301A23748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11">
              <a:extLst>
                <a:ext uri="{FF2B5EF4-FFF2-40B4-BE49-F238E27FC236}">
                  <a16:creationId xmlns:a16="http://schemas.microsoft.com/office/drawing/2014/main" id="{1D43DB10-4F84-47C2-8170-CB9EED8667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9F35C7A0-1526-4D97-BCD8-91B3576E3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3">
              <a:extLst>
                <a:ext uri="{FF2B5EF4-FFF2-40B4-BE49-F238E27FC236}">
                  <a16:creationId xmlns:a16="http://schemas.microsoft.com/office/drawing/2014/main" id="{1009574A-38B7-43A8-A925-1FB54C6B1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Freeform: Shape 14">
              <a:extLst>
                <a:ext uri="{FF2B5EF4-FFF2-40B4-BE49-F238E27FC236}">
                  <a16:creationId xmlns:a16="http://schemas.microsoft.com/office/drawing/2014/main" id="{EA3AAA50-DE22-4E5D-9064-A37786C59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34C9913-0429-C27C-D58A-6CA2B38C8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5954" y="2979336"/>
            <a:ext cx="5709721" cy="2430864"/>
          </a:xfrm>
        </p:spPr>
        <p:txBody>
          <a:bodyPr anchor="t">
            <a:normAutofit/>
          </a:bodyPr>
          <a:lstStyle/>
          <a:p>
            <a:r>
              <a:rPr lang="cs-CZ" sz="2000" dirty="0">
                <a:solidFill>
                  <a:schemeClr val="tx2"/>
                </a:solidFill>
              </a:rPr>
              <a:t>Duolingo</a:t>
            </a:r>
          </a:p>
          <a:p>
            <a:r>
              <a:rPr lang="cs-CZ" sz="2000" dirty="0">
                <a:solidFill>
                  <a:schemeClr val="tx2"/>
                </a:solidFill>
              </a:rPr>
              <a:t>Umíme to</a:t>
            </a:r>
          </a:p>
          <a:p>
            <a:r>
              <a:rPr lang="cs-CZ" sz="2000" dirty="0">
                <a:solidFill>
                  <a:schemeClr val="tx2"/>
                </a:solidFill>
              </a:rPr>
              <a:t>Huly.io</a:t>
            </a:r>
          </a:p>
        </p:txBody>
      </p:sp>
    </p:spTree>
    <p:extLst>
      <p:ext uri="{BB962C8B-B14F-4D97-AF65-F5344CB8AC3E}">
        <p14:creationId xmlns:p14="http://schemas.microsoft.com/office/powerpoint/2010/main" val="1925995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CBB31EEF-0458-25E8-B362-78628ADF3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3600" dirty="0">
                <a:solidFill>
                  <a:schemeClr val="tx2"/>
                </a:solidFill>
              </a:rPr>
              <a:t>Technologie využité k projektu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663A5E2-79EC-6221-06F5-5A699F61E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cs-CZ" sz="1800" dirty="0">
                <a:solidFill>
                  <a:schemeClr val="tx2"/>
                </a:solidFill>
              </a:rPr>
              <a:t>React</a:t>
            </a:r>
          </a:p>
          <a:p>
            <a:r>
              <a:rPr lang="cs-CZ" sz="1800" dirty="0">
                <a:solidFill>
                  <a:schemeClr val="tx2"/>
                </a:solidFill>
              </a:rPr>
              <a:t>Javascript</a:t>
            </a:r>
          </a:p>
          <a:p>
            <a:r>
              <a:rPr lang="cs-CZ" sz="1800" dirty="0">
                <a:solidFill>
                  <a:schemeClr val="tx2"/>
                </a:solidFill>
              </a:rPr>
              <a:t>Tailwind CSS</a:t>
            </a:r>
          </a:p>
          <a:p>
            <a:r>
              <a:rPr lang="cs-CZ" sz="1800" dirty="0">
                <a:solidFill>
                  <a:schemeClr val="tx2"/>
                </a:solidFill>
              </a:rPr>
              <a:t>Spline</a:t>
            </a:r>
          </a:p>
          <a:p>
            <a:r>
              <a:rPr lang="cs-CZ" sz="1800" dirty="0" err="1">
                <a:solidFill>
                  <a:schemeClr val="tx2"/>
                </a:solidFill>
              </a:rPr>
              <a:t>Vite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</a:rPr>
              <a:t>Firebase</a:t>
            </a:r>
            <a:endParaRPr lang="cs-CZ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4749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05C0D-A046-2596-F90F-1670B7D9E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 descr="Obsah obrázku kruh, snímek obrazovky, černá, reproduktor">
            <a:extLst>
              <a:ext uri="{FF2B5EF4-FFF2-40B4-BE49-F238E27FC236}">
                <a16:creationId xmlns:a16="http://schemas.microsoft.com/office/drawing/2014/main" id="{5CFD47AC-1949-9F63-DF5D-A0C46C377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260" y="-26884"/>
            <a:ext cx="12192000" cy="7034351"/>
          </a:xfrm>
          <a:prstGeom prst="rect">
            <a:avLst/>
          </a:prstGeom>
        </p:spPr>
      </p:pic>
      <p:sp>
        <p:nvSpPr>
          <p:cNvPr id="1024" name="Zástupný obsah 2">
            <a:extLst>
              <a:ext uri="{FF2B5EF4-FFF2-40B4-BE49-F238E27FC236}">
                <a16:creationId xmlns:a16="http://schemas.microsoft.com/office/drawing/2014/main" id="{B185E1C3-E757-8CF4-8DEC-936E370B268C}"/>
              </a:ext>
            </a:extLst>
          </p:cNvPr>
          <p:cNvSpPr txBox="1">
            <a:spLocks/>
          </p:cNvSpPr>
          <p:nvPr/>
        </p:nvSpPr>
        <p:spPr>
          <a:xfrm>
            <a:off x="4296793" y="1437749"/>
            <a:ext cx="3553680" cy="9715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cs-CZ" dirty="0">
                <a:solidFill>
                  <a:schemeClr val="tx2"/>
                </a:solidFill>
              </a:rPr>
              <a:t>Výhody projektu</a:t>
            </a:r>
            <a:endParaRPr lang="cs-CZ" dirty="0"/>
          </a:p>
        </p:txBody>
      </p:sp>
      <p:sp>
        <p:nvSpPr>
          <p:cNvPr id="1025" name="TextovéPole 1024">
            <a:extLst>
              <a:ext uri="{FF2B5EF4-FFF2-40B4-BE49-F238E27FC236}">
                <a16:creationId xmlns:a16="http://schemas.microsoft.com/office/drawing/2014/main" id="{324633FD-C974-E312-1968-DB011D628991}"/>
              </a:ext>
            </a:extLst>
          </p:cNvPr>
          <p:cNvSpPr txBox="1"/>
          <p:nvPr/>
        </p:nvSpPr>
        <p:spPr>
          <a:xfrm>
            <a:off x="1374917" y="3896470"/>
            <a:ext cx="257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400" dirty="0"/>
              <a:t>Moderní design</a:t>
            </a:r>
          </a:p>
        </p:txBody>
      </p:sp>
      <p:pic>
        <p:nvPicPr>
          <p:cNvPr id="1027" name="Picture 2">
            <a:extLst>
              <a:ext uri="{FF2B5EF4-FFF2-40B4-BE49-F238E27FC236}">
                <a16:creationId xmlns:a16="http://schemas.microsoft.com/office/drawing/2014/main" id="{693A917B-9CC4-FEBE-CA0A-FE48BAE0BE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5683" y="3090962"/>
            <a:ext cx="808462" cy="664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29" name="Přímá spojnice 1028">
            <a:extLst>
              <a:ext uri="{FF2B5EF4-FFF2-40B4-BE49-F238E27FC236}">
                <a16:creationId xmlns:a16="http://schemas.microsoft.com/office/drawing/2014/main" id="{82A9DC8B-5280-0DF8-B5B3-053285B7A3DB}"/>
              </a:ext>
            </a:extLst>
          </p:cNvPr>
          <p:cNvCxnSpPr>
            <a:cxnSpLocks/>
          </p:cNvCxnSpPr>
          <p:nvPr/>
        </p:nvCxnSpPr>
        <p:spPr>
          <a:xfrm>
            <a:off x="2122973" y="3863770"/>
            <a:ext cx="105387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0" name="TextovéPole 1029">
            <a:extLst>
              <a:ext uri="{FF2B5EF4-FFF2-40B4-BE49-F238E27FC236}">
                <a16:creationId xmlns:a16="http://schemas.microsoft.com/office/drawing/2014/main" id="{F37CA3B8-39DD-1386-F78C-7B8255971FBD}"/>
              </a:ext>
            </a:extLst>
          </p:cNvPr>
          <p:cNvSpPr txBox="1"/>
          <p:nvPr/>
        </p:nvSpPr>
        <p:spPr>
          <a:xfrm>
            <a:off x="1232353" y="4361560"/>
            <a:ext cx="2855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/>
              <a:t>Moderní a futuristický styl</a:t>
            </a:r>
          </a:p>
        </p:txBody>
      </p:sp>
      <p:sp>
        <p:nvSpPr>
          <p:cNvPr id="1031" name="TextovéPole 1030">
            <a:extLst>
              <a:ext uri="{FF2B5EF4-FFF2-40B4-BE49-F238E27FC236}">
                <a16:creationId xmlns:a16="http://schemas.microsoft.com/office/drawing/2014/main" id="{D23EF476-8D17-D7F2-0523-485E4F2759E1}"/>
              </a:ext>
            </a:extLst>
          </p:cNvPr>
          <p:cNvSpPr txBox="1"/>
          <p:nvPr/>
        </p:nvSpPr>
        <p:spPr>
          <a:xfrm>
            <a:off x="7901553" y="3858575"/>
            <a:ext cx="22740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400" dirty="0"/>
              <a:t>Soutěžení</a:t>
            </a:r>
          </a:p>
          <a:p>
            <a:pPr algn="ctr"/>
            <a:endParaRPr lang="cs-CZ" sz="2400" dirty="0"/>
          </a:p>
        </p:txBody>
      </p:sp>
      <p:cxnSp>
        <p:nvCxnSpPr>
          <p:cNvPr id="1032" name="Přímá spojnice 1031">
            <a:extLst>
              <a:ext uri="{FF2B5EF4-FFF2-40B4-BE49-F238E27FC236}">
                <a16:creationId xmlns:a16="http://schemas.microsoft.com/office/drawing/2014/main" id="{2B01F747-2120-7C76-2BF0-8FFADE368964}"/>
              </a:ext>
            </a:extLst>
          </p:cNvPr>
          <p:cNvCxnSpPr>
            <a:cxnSpLocks/>
          </p:cNvCxnSpPr>
          <p:nvPr/>
        </p:nvCxnSpPr>
        <p:spPr>
          <a:xfrm>
            <a:off x="8517629" y="3779709"/>
            <a:ext cx="105387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3" name="TextovéPole 1032">
            <a:extLst>
              <a:ext uri="{FF2B5EF4-FFF2-40B4-BE49-F238E27FC236}">
                <a16:creationId xmlns:a16="http://schemas.microsoft.com/office/drawing/2014/main" id="{1A59B9B3-20C8-4B51-37A8-AC7122AB85DC}"/>
              </a:ext>
            </a:extLst>
          </p:cNvPr>
          <p:cNvSpPr txBox="1"/>
          <p:nvPr/>
        </p:nvSpPr>
        <p:spPr>
          <a:xfrm>
            <a:off x="7441502" y="4320240"/>
            <a:ext cx="3031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/>
              <a:t>Hráčský žebříček</a:t>
            </a:r>
          </a:p>
        </p:txBody>
      </p:sp>
      <p:pic>
        <p:nvPicPr>
          <p:cNvPr id="1034" name="Picture 4">
            <a:extLst>
              <a:ext uri="{FF2B5EF4-FFF2-40B4-BE49-F238E27FC236}">
                <a16:creationId xmlns:a16="http://schemas.microsoft.com/office/drawing/2014/main" id="{8256716C-A7B3-E098-2B55-495ACCE12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7257" y="3053067"/>
            <a:ext cx="662595" cy="664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TextovéPole 1034">
            <a:extLst>
              <a:ext uri="{FF2B5EF4-FFF2-40B4-BE49-F238E27FC236}">
                <a16:creationId xmlns:a16="http://schemas.microsoft.com/office/drawing/2014/main" id="{44544BEA-92B7-80CD-4E73-7543D5FF6DBC}"/>
              </a:ext>
            </a:extLst>
          </p:cNvPr>
          <p:cNvSpPr txBox="1"/>
          <p:nvPr/>
        </p:nvSpPr>
        <p:spPr>
          <a:xfrm>
            <a:off x="4425699" y="3896471"/>
            <a:ext cx="2678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400" dirty="0"/>
              <a:t>Responzivita</a:t>
            </a:r>
          </a:p>
        </p:txBody>
      </p:sp>
      <p:pic>
        <p:nvPicPr>
          <p:cNvPr id="1036" name="Picture 2">
            <a:extLst>
              <a:ext uri="{FF2B5EF4-FFF2-40B4-BE49-F238E27FC236}">
                <a16:creationId xmlns:a16="http://schemas.microsoft.com/office/drawing/2014/main" id="{C413AB65-825A-6401-CE8C-010C7A384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977" y="3053067"/>
            <a:ext cx="808462" cy="664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7" name="Přímá spojnice 1036">
            <a:extLst>
              <a:ext uri="{FF2B5EF4-FFF2-40B4-BE49-F238E27FC236}">
                <a16:creationId xmlns:a16="http://schemas.microsoft.com/office/drawing/2014/main" id="{E8A274E9-5C37-9001-DA2B-1AA89EBD1348}"/>
              </a:ext>
            </a:extLst>
          </p:cNvPr>
          <p:cNvCxnSpPr>
            <a:cxnSpLocks/>
          </p:cNvCxnSpPr>
          <p:nvPr/>
        </p:nvCxnSpPr>
        <p:spPr>
          <a:xfrm>
            <a:off x="5242267" y="3825875"/>
            <a:ext cx="105387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8" name="TextovéPole 1037">
            <a:extLst>
              <a:ext uri="{FF2B5EF4-FFF2-40B4-BE49-F238E27FC236}">
                <a16:creationId xmlns:a16="http://schemas.microsoft.com/office/drawing/2014/main" id="{FC04531E-A29A-62A3-36E9-631A74A604F0}"/>
              </a:ext>
            </a:extLst>
          </p:cNvPr>
          <p:cNvSpPr txBox="1"/>
          <p:nvPr/>
        </p:nvSpPr>
        <p:spPr>
          <a:xfrm>
            <a:off x="4350812" y="4382565"/>
            <a:ext cx="29621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/>
              <a:t>Od telefonů, přes tablety po počítač</a:t>
            </a:r>
          </a:p>
        </p:txBody>
      </p:sp>
    </p:spTree>
    <p:extLst>
      <p:ext uri="{BB962C8B-B14F-4D97-AF65-F5344CB8AC3E}">
        <p14:creationId xmlns:p14="http://schemas.microsoft.com/office/powerpoint/2010/main" val="340536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BCB02B1-1B82-403C-B7D2-E2CED1882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CDE13A7-6382-4A67-BEBE-4FF1F37C7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9978FC9-2E40-4257-8D97-FAB20CA4BF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40ABB98-77BA-4C40-8121-34D196E58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1AA752E-66C1-4835-8A3C-556475159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E9555AB-2295-4939-AEC9-B2CBFCB4CC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7499201-5A2C-48B3-9B02-5519B88294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3FC2AE7-C60C-4C48-BCAE-410BB6C3D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0EA1593-6BC9-441E-8F3C-46DD50F810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7147D5D-F01F-4164-BD81-D10DC6F23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142" y="2854"/>
            <a:ext cx="2783421" cy="2406445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24C7412-3E2D-4708-8DC3-425A457A10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1483A6A-CB0B-4469-B09D-C9451F9B0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A935E9D-EB55-46F3-BCCB-9CB918E87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EDC5655-C7D7-4936-91EA-E188A96DC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D0E248E-80AB-4B35-BA8D-F940FCB44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417253" y="4456669"/>
            <a:ext cx="2783421" cy="2406445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9E91B0A-66E8-4298-BAC6-004DBE49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A629C66-36BD-487E-B1CD-ED026D7789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6BC2D2C-3D7D-4224-81BC-22C094C9F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3BDF903-22C5-4312-8776-C2ABC3EDC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8C9845C0-BD59-ECCB-3033-659394841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6793" y="1437749"/>
            <a:ext cx="3553680" cy="971550"/>
          </a:xfrm>
        </p:spPr>
        <p:txBody>
          <a:bodyPr>
            <a:normAutofit fontScale="90000"/>
          </a:bodyPr>
          <a:lstStyle/>
          <a:p>
            <a:pPr algn="ctr"/>
            <a:r>
              <a:rPr lang="cs-CZ" dirty="0">
                <a:solidFill>
                  <a:schemeClr val="tx2"/>
                </a:solidFill>
              </a:rPr>
              <a:t>Funkce projektu</a:t>
            </a:r>
            <a:endParaRPr lang="cs-CZ" dirty="0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54488D03-8F0E-BDBF-E335-2621B5D95009}"/>
              </a:ext>
            </a:extLst>
          </p:cNvPr>
          <p:cNvSpPr txBox="1"/>
          <p:nvPr/>
        </p:nvSpPr>
        <p:spPr>
          <a:xfrm>
            <a:off x="1404846" y="3858575"/>
            <a:ext cx="257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400" dirty="0"/>
              <a:t>Studijní materiály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E7B2DF0-389B-760B-E6AE-3E3DB580F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612" y="3053067"/>
            <a:ext cx="808462" cy="664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Přímá spojnice 6">
            <a:extLst>
              <a:ext uri="{FF2B5EF4-FFF2-40B4-BE49-F238E27FC236}">
                <a16:creationId xmlns:a16="http://schemas.microsoft.com/office/drawing/2014/main" id="{4592258A-A5F8-AA1D-00D8-A4BE578B8B77}"/>
              </a:ext>
            </a:extLst>
          </p:cNvPr>
          <p:cNvCxnSpPr>
            <a:cxnSpLocks/>
          </p:cNvCxnSpPr>
          <p:nvPr/>
        </p:nvCxnSpPr>
        <p:spPr>
          <a:xfrm>
            <a:off x="2152902" y="3825875"/>
            <a:ext cx="105387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ovéPole 36">
            <a:extLst>
              <a:ext uri="{FF2B5EF4-FFF2-40B4-BE49-F238E27FC236}">
                <a16:creationId xmlns:a16="http://schemas.microsoft.com/office/drawing/2014/main" id="{F0400A86-2718-19A5-6AEA-1FDF85234B06}"/>
              </a:ext>
            </a:extLst>
          </p:cNvPr>
          <p:cNvSpPr txBox="1"/>
          <p:nvPr/>
        </p:nvSpPr>
        <p:spPr>
          <a:xfrm>
            <a:off x="1232353" y="4361560"/>
            <a:ext cx="2855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/>
              <a:t>předměty, úrovně, kapitoly a lekce</a:t>
            </a:r>
          </a:p>
        </p:txBody>
      </p:sp>
      <p:sp>
        <p:nvSpPr>
          <p:cNvPr id="42" name="TextovéPole 41">
            <a:extLst>
              <a:ext uri="{FF2B5EF4-FFF2-40B4-BE49-F238E27FC236}">
                <a16:creationId xmlns:a16="http://schemas.microsoft.com/office/drawing/2014/main" id="{E62308B5-2B22-C6A5-4DD2-73115D40F64E}"/>
              </a:ext>
            </a:extLst>
          </p:cNvPr>
          <p:cNvSpPr txBox="1"/>
          <p:nvPr/>
        </p:nvSpPr>
        <p:spPr>
          <a:xfrm>
            <a:off x="7901553" y="3858575"/>
            <a:ext cx="22740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400" dirty="0"/>
              <a:t>Interaktivita</a:t>
            </a:r>
          </a:p>
          <a:p>
            <a:pPr algn="ctr"/>
            <a:endParaRPr lang="cs-CZ" sz="2400" dirty="0"/>
          </a:p>
        </p:txBody>
      </p:sp>
      <p:cxnSp>
        <p:nvCxnSpPr>
          <p:cNvPr id="44" name="Přímá spojnice 43">
            <a:extLst>
              <a:ext uri="{FF2B5EF4-FFF2-40B4-BE49-F238E27FC236}">
                <a16:creationId xmlns:a16="http://schemas.microsoft.com/office/drawing/2014/main" id="{045BE2A0-C5AB-8E5C-C4B5-BA7FF3296EF1}"/>
              </a:ext>
            </a:extLst>
          </p:cNvPr>
          <p:cNvCxnSpPr>
            <a:cxnSpLocks/>
          </p:cNvCxnSpPr>
          <p:nvPr/>
        </p:nvCxnSpPr>
        <p:spPr>
          <a:xfrm>
            <a:off x="8517629" y="3779709"/>
            <a:ext cx="105387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ovéPole 44">
            <a:extLst>
              <a:ext uri="{FF2B5EF4-FFF2-40B4-BE49-F238E27FC236}">
                <a16:creationId xmlns:a16="http://schemas.microsoft.com/office/drawing/2014/main" id="{E92173C9-0380-8703-BB90-21696A38CDF9}"/>
              </a:ext>
            </a:extLst>
          </p:cNvPr>
          <p:cNvSpPr txBox="1"/>
          <p:nvPr/>
        </p:nvSpPr>
        <p:spPr>
          <a:xfrm>
            <a:off x="7580577" y="4274073"/>
            <a:ext cx="3031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/>
              <a:t>Několik interaktivních prvků a simulací, co web nabízí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522E8B9-632B-621A-EAAA-E51C14A3E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7257" y="3053067"/>
            <a:ext cx="662595" cy="664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TextovéPole 45">
            <a:extLst>
              <a:ext uri="{FF2B5EF4-FFF2-40B4-BE49-F238E27FC236}">
                <a16:creationId xmlns:a16="http://schemas.microsoft.com/office/drawing/2014/main" id="{A42F5FC9-B2CA-FBF0-63BD-E8583D68C467}"/>
              </a:ext>
            </a:extLst>
          </p:cNvPr>
          <p:cNvSpPr txBox="1"/>
          <p:nvPr/>
        </p:nvSpPr>
        <p:spPr>
          <a:xfrm>
            <a:off x="4425699" y="3896471"/>
            <a:ext cx="2678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400" dirty="0"/>
              <a:t>Sledování pokroku </a:t>
            </a:r>
          </a:p>
        </p:txBody>
      </p:sp>
      <p:pic>
        <p:nvPicPr>
          <p:cNvPr id="47" name="Picture 2">
            <a:extLst>
              <a:ext uri="{FF2B5EF4-FFF2-40B4-BE49-F238E27FC236}">
                <a16:creationId xmlns:a16="http://schemas.microsoft.com/office/drawing/2014/main" id="{1391F249-72AD-DC4C-4A34-97946799B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977" y="3053067"/>
            <a:ext cx="808462" cy="664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8" name="Přímá spojnice 47">
            <a:extLst>
              <a:ext uri="{FF2B5EF4-FFF2-40B4-BE49-F238E27FC236}">
                <a16:creationId xmlns:a16="http://schemas.microsoft.com/office/drawing/2014/main" id="{F152B8D8-5005-2066-76EC-BD904A6F03E8}"/>
              </a:ext>
            </a:extLst>
          </p:cNvPr>
          <p:cNvCxnSpPr>
            <a:cxnSpLocks/>
          </p:cNvCxnSpPr>
          <p:nvPr/>
        </p:nvCxnSpPr>
        <p:spPr>
          <a:xfrm>
            <a:off x="5242267" y="3825875"/>
            <a:ext cx="105387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ovéPole 48">
            <a:extLst>
              <a:ext uri="{FF2B5EF4-FFF2-40B4-BE49-F238E27FC236}">
                <a16:creationId xmlns:a16="http://schemas.microsoft.com/office/drawing/2014/main" id="{68168060-C323-9C0A-998B-FD348C451CD0}"/>
              </a:ext>
            </a:extLst>
          </p:cNvPr>
          <p:cNvSpPr txBox="1"/>
          <p:nvPr/>
        </p:nvSpPr>
        <p:spPr>
          <a:xfrm>
            <a:off x="4350812" y="4382565"/>
            <a:ext cx="29621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/>
              <a:t>Uživatelé mohou sledovat svůj pokrok v učení pomocí grafů</a:t>
            </a:r>
          </a:p>
        </p:txBody>
      </p:sp>
    </p:spTree>
    <p:extLst>
      <p:ext uri="{BB962C8B-B14F-4D97-AF65-F5344CB8AC3E}">
        <p14:creationId xmlns:p14="http://schemas.microsoft.com/office/powerpoint/2010/main" val="1235778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2AF8FDF-EA3C-A373-EBEC-A1B4AF8E1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954" y="1640370"/>
            <a:ext cx="5755785" cy="1188720"/>
          </a:xfrm>
        </p:spPr>
        <p:txBody>
          <a:bodyPr>
            <a:normAutofit/>
          </a:bodyPr>
          <a:lstStyle/>
          <a:p>
            <a:r>
              <a:rPr lang="cs-CZ" sz="4000" dirty="0">
                <a:solidFill>
                  <a:schemeClr val="tx2"/>
                </a:solidFill>
              </a:rPr>
              <a:t>Co jsem udělal za půl roku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441F8D5-EBCE-4FB9-91A9-3425971C1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262397" y="134260"/>
            <a:ext cx="3142400" cy="2716805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A5E80E2-35F9-41F3-A2B8-A2F17D956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88BDEEE-0C30-49F3-8D05-B062EF890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21E0C27-19E6-45DC-B154-493480207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3A55340-18E0-4A23-B406-BD1221643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8701F99-7E4C-4B92-A4B5-307CDFB7A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5047906"/>
            <a:ext cx="2412221" cy="1810094"/>
            <a:chOff x="-305" y="-1"/>
            <a:chExt cx="3832880" cy="2876136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41E616B-C319-43C1-9A9C-A2074B2E8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C86BD2B-CA73-48DF-9CC8-0152EA6B1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9C1AA9D-3FCF-4B84-94D1-51F0E1517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D7CE92F-1DE7-4252-A62C-77ACF8C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2CBAC8EA-592F-21D6-9A39-D42B0D68E8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843288"/>
              </p:ext>
            </p:extLst>
          </p:nvPr>
        </p:nvGraphicFramePr>
        <p:xfrm>
          <a:off x="1036320" y="2543633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36509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987D12-2473-E74D-54FB-0C7013A9F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9A340079-0E7F-9FAA-9D00-60CA0D566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49FE34E-41A2-7056-471F-AEB555901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103" y="1591651"/>
            <a:ext cx="5754696" cy="1837349"/>
          </a:xfrm>
        </p:spPr>
        <p:txBody>
          <a:bodyPr anchor="b">
            <a:normAutofit/>
          </a:bodyPr>
          <a:lstStyle/>
          <a:p>
            <a:pPr algn="ctr"/>
            <a:r>
              <a:rPr lang="cs-CZ" sz="4800" dirty="0">
                <a:solidFill>
                  <a:schemeClr val="tx2"/>
                </a:solidFill>
              </a:rPr>
              <a:t>Ukázka projektu</a:t>
            </a:r>
          </a:p>
        </p:txBody>
      </p:sp>
      <p:grpSp>
        <p:nvGrpSpPr>
          <p:cNvPr id="6" name="Group 9">
            <a:extLst>
              <a:ext uri="{FF2B5EF4-FFF2-40B4-BE49-F238E27FC236}">
                <a16:creationId xmlns:a16="http://schemas.microsoft.com/office/drawing/2014/main" id="{B57A5A99-335E-2722-8143-354185F13E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0069476-E5ED-5AF4-15CC-36B8CE514A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11">
              <a:extLst>
                <a:ext uri="{FF2B5EF4-FFF2-40B4-BE49-F238E27FC236}">
                  <a16:creationId xmlns:a16="http://schemas.microsoft.com/office/drawing/2014/main" id="{631D8B27-7E15-122E-B28F-597759344C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820EAB3-69E3-57E1-BECC-3ED721B13D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3">
              <a:extLst>
                <a:ext uri="{FF2B5EF4-FFF2-40B4-BE49-F238E27FC236}">
                  <a16:creationId xmlns:a16="http://schemas.microsoft.com/office/drawing/2014/main" id="{ADFC48DD-1BC9-3609-6CAE-812177C6E9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Freeform: Shape 14">
              <a:extLst>
                <a:ext uri="{FF2B5EF4-FFF2-40B4-BE49-F238E27FC236}">
                  <a16:creationId xmlns:a16="http://schemas.microsoft.com/office/drawing/2014/main" id="{03955BCE-4D4D-8717-193C-17B4099E73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75589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E534E5-36A7-09EB-9619-96099A272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D2A4C3CB-B8CC-CD1A-D90A-112466506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F1B1D5B-8F42-075C-63BF-A8D383B52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103" y="1591651"/>
            <a:ext cx="5754696" cy="1837349"/>
          </a:xfrm>
        </p:spPr>
        <p:txBody>
          <a:bodyPr anchor="b">
            <a:normAutofit/>
          </a:bodyPr>
          <a:lstStyle/>
          <a:p>
            <a:pPr algn="ctr"/>
            <a:r>
              <a:rPr lang="cs-CZ" sz="4800" dirty="0">
                <a:solidFill>
                  <a:schemeClr val="tx2"/>
                </a:solidFill>
              </a:rPr>
              <a:t>Čas na otázky</a:t>
            </a:r>
          </a:p>
        </p:txBody>
      </p:sp>
      <p:grpSp>
        <p:nvGrpSpPr>
          <p:cNvPr id="6" name="Group 9">
            <a:extLst>
              <a:ext uri="{FF2B5EF4-FFF2-40B4-BE49-F238E27FC236}">
                <a16:creationId xmlns:a16="http://schemas.microsoft.com/office/drawing/2014/main" id="{96BB062D-A7C0-EF0C-6A31-024D595F3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9464B5F-A827-3253-90D6-279C391835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11">
              <a:extLst>
                <a:ext uri="{FF2B5EF4-FFF2-40B4-BE49-F238E27FC236}">
                  <a16:creationId xmlns:a16="http://schemas.microsoft.com/office/drawing/2014/main" id="{1F7991CD-4121-5939-9E2E-1323EF415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49C9F18B-6614-B87C-3330-29094111B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3">
              <a:extLst>
                <a:ext uri="{FF2B5EF4-FFF2-40B4-BE49-F238E27FC236}">
                  <a16:creationId xmlns:a16="http://schemas.microsoft.com/office/drawing/2014/main" id="{FDDDEA07-8A86-0230-0991-FBD0B82561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Freeform: Shape 14">
              <a:extLst>
                <a:ext uri="{FF2B5EF4-FFF2-40B4-BE49-F238E27FC236}">
                  <a16:creationId xmlns:a16="http://schemas.microsoft.com/office/drawing/2014/main" id="{643EC9A1-B9BC-9E8F-D3A2-DB249A507D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67728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3B3C7C-75DA-A5D5-5EE4-4B9A8C7C5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22EAD459-215E-3631-1BF1-2F67A056F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536F3A0-0891-B80C-5103-07BB7392E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103" y="1591651"/>
            <a:ext cx="5754696" cy="1837349"/>
          </a:xfrm>
        </p:spPr>
        <p:txBody>
          <a:bodyPr anchor="b">
            <a:normAutofit/>
          </a:bodyPr>
          <a:lstStyle/>
          <a:p>
            <a:pPr algn="ctr"/>
            <a:r>
              <a:rPr lang="cs-CZ" sz="4800" dirty="0">
                <a:solidFill>
                  <a:schemeClr val="tx2"/>
                </a:solidFill>
              </a:rPr>
              <a:t>Děkuji za pozornost</a:t>
            </a:r>
          </a:p>
        </p:txBody>
      </p:sp>
      <p:grpSp>
        <p:nvGrpSpPr>
          <p:cNvPr id="6" name="Group 9">
            <a:extLst>
              <a:ext uri="{FF2B5EF4-FFF2-40B4-BE49-F238E27FC236}">
                <a16:creationId xmlns:a16="http://schemas.microsoft.com/office/drawing/2014/main" id="{75EA25BD-8832-2853-FDED-709584C6A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49958AD-EAEA-6E79-7F4F-A9C776E252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11">
              <a:extLst>
                <a:ext uri="{FF2B5EF4-FFF2-40B4-BE49-F238E27FC236}">
                  <a16:creationId xmlns:a16="http://schemas.microsoft.com/office/drawing/2014/main" id="{1CD88E84-F037-E6E3-30C5-04F6691AF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536E8D2D-941B-337E-63BB-AF0D63C11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3">
              <a:extLst>
                <a:ext uri="{FF2B5EF4-FFF2-40B4-BE49-F238E27FC236}">
                  <a16:creationId xmlns:a16="http://schemas.microsoft.com/office/drawing/2014/main" id="{D6081848-EB4C-8DD3-8FB9-AD48C96A20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Freeform: Shape 14">
              <a:extLst>
                <a:ext uri="{FF2B5EF4-FFF2-40B4-BE49-F238E27FC236}">
                  <a16:creationId xmlns:a16="http://schemas.microsoft.com/office/drawing/2014/main" id="{729CDF49-F69C-9F05-3569-891C123303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633410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tupně šedé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Moti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i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363</TotalTime>
  <Words>147</Words>
  <Application>Microsoft Office PowerPoint</Application>
  <PresentationFormat>Širokoúhlá obrazovka</PresentationFormat>
  <Paragraphs>47</Paragraphs>
  <Slides>11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Nauč se víc</vt:lpstr>
      <vt:lpstr>OBSAH</vt:lpstr>
      <vt:lpstr>Seznámení s projektem</vt:lpstr>
      <vt:lpstr>Inspirace</vt:lpstr>
      <vt:lpstr>Technologie využité k projektu</vt:lpstr>
      <vt:lpstr>Prezentace aplikace PowerPoint</vt:lpstr>
      <vt:lpstr>Funkce projektu</vt:lpstr>
      <vt:lpstr>Co jsem udělal za půl roku</vt:lpstr>
      <vt:lpstr>Ukázka projektu</vt:lpstr>
      <vt:lpstr>Čas na otázky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Filip Elznic</dc:creator>
  <cp:lastModifiedBy>Filip Elznic (4ITA)</cp:lastModifiedBy>
  <cp:revision>7</cp:revision>
  <dcterms:created xsi:type="dcterms:W3CDTF">2025-01-16T19:30:55Z</dcterms:created>
  <dcterms:modified xsi:type="dcterms:W3CDTF">2026-01-20T21:29:48Z</dcterms:modified>
</cp:coreProperties>
</file>